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3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4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theme/theme5.xml" ContentType="application/vnd.openxmlformats-officedocument.theme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theme/theme6.xml" ContentType="application/vnd.openxmlformats-officedocument.theme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theme/theme7.xml" ContentType="application/vnd.openxmlformats-officedocument.theme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  <p:sldMasterId id="2147483712" r:id="rId3"/>
    <p:sldMasterId id="2147483738" r:id="rId4"/>
    <p:sldMasterId id="2147483766" r:id="rId5"/>
    <p:sldMasterId id="2147483818" r:id="rId6"/>
    <p:sldMasterId id="2147483844" r:id="rId7"/>
    <p:sldMasterId id="2147483870" r:id="rId8"/>
  </p:sldMasterIdLst>
  <p:notesMasterIdLst>
    <p:notesMasterId r:id="rId20"/>
  </p:notesMasterIdLst>
  <p:handoutMasterIdLst>
    <p:handoutMasterId r:id="rId21"/>
  </p:handoutMasterIdLst>
  <p:sldIdLst>
    <p:sldId id="256" r:id="rId9"/>
    <p:sldId id="269" r:id="rId10"/>
    <p:sldId id="266" r:id="rId11"/>
    <p:sldId id="267" r:id="rId12"/>
    <p:sldId id="257" r:id="rId13"/>
    <p:sldId id="258" r:id="rId14"/>
    <p:sldId id="259" r:id="rId15"/>
    <p:sldId id="262" r:id="rId16"/>
    <p:sldId id="264" r:id="rId17"/>
    <p:sldId id="265" r:id="rId18"/>
    <p:sldId id="268" r:id="rId1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6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0932A58-13A3-4C72-8E36-9408ED32F4E4}" type="datetime5">
              <a:rPr lang="en-US" smtClean="0"/>
              <a:t>16-Aug-19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/>
              <a:t>AXP Internal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B8B9591-5BB4-45F4-8887-86385D2F6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8093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2765EF6-4D4F-42F1-B822-C45BD7796196}" type="datetime5">
              <a:rPr lang="en-US" smtClean="0"/>
              <a:t>16-Aug-19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/>
              <a:t>AXP Internal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5A5CFFE-4DE2-44F8-81EC-769152CC6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39150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42A818-9AB2-D645-83B9-FA6BBE713B82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703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42A818-9AB2-D645-83B9-FA6BBE713B82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949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42A818-9AB2-D645-83B9-FA6BBE713B82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304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42A818-9AB2-D645-83B9-FA6BBE713B82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23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42A818-9AB2-D645-83B9-FA6BBE713B82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679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42A818-9AB2-D645-83B9-FA6BBE713B82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772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42A818-9AB2-D645-83B9-FA6BBE713B82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518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 userDrawn="1"/>
        </p:nvSpPr>
        <p:spPr bwMode="hidden">
          <a:xfrm>
            <a:off x="0" y="1436749"/>
            <a:ext cx="12192000" cy="5421252"/>
          </a:xfrm>
          <a:custGeom>
            <a:avLst/>
            <a:gdLst>
              <a:gd name="T0" fmla="*/ 946 w 19199"/>
              <a:gd name="T1" fmla="*/ 4165 h 8543"/>
              <a:gd name="T2" fmla="*/ 0 w 19199"/>
              <a:gd name="T3" fmla="*/ 5101 h 8543"/>
              <a:gd name="T4" fmla="*/ 285 w 19199"/>
              <a:gd name="T5" fmla="*/ 5150 h 8543"/>
              <a:gd name="T6" fmla="*/ 5087 w 19199"/>
              <a:gd name="T7" fmla="*/ 5007 h 8543"/>
              <a:gd name="T8" fmla="*/ 5087 w 19199"/>
              <a:gd name="T9" fmla="*/ 5242 h 8543"/>
              <a:gd name="T10" fmla="*/ 18942 w 19199"/>
              <a:gd name="T11" fmla="*/ 8543 h 8543"/>
              <a:gd name="T12" fmla="*/ 13742 w 19199"/>
              <a:gd name="T13" fmla="*/ 6947 h 8543"/>
              <a:gd name="T14" fmla="*/ 5087 w 19199"/>
              <a:gd name="T15" fmla="*/ 5604 h 8543"/>
              <a:gd name="T16" fmla="*/ 5087 w 19199"/>
              <a:gd name="T17" fmla="*/ 5839 h 8543"/>
              <a:gd name="T18" fmla="*/ 18041 w 19199"/>
              <a:gd name="T19" fmla="*/ 8543 h 8543"/>
              <a:gd name="T20" fmla="*/ 13742 w 19199"/>
              <a:gd name="T21" fmla="*/ 7544 h 8543"/>
              <a:gd name="T22" fmla="*/ 10691 w 19199"/>
              <a:gd name="T23" fmla="*/ 5474 h 8543"/>
              <a:gd name="T24" fmla="*/ 9229 w 19199"/>
              <a:gd name="T25" fmla="*/ 4165 h 8543"/>
              <a:gd name="T26" fmla="*/ 15758 w 19199"/>
              <a:gd name="T27" fmla="*/ 5619 h 8543"/>
              <a:gd name="T28" fmla="*/ 17025 w 19199"/>
              <a:gd name="T29" fmla="*/ 595 h 8543"/>
              <a:gd name="T30" fmla="*/ 17143 w 19199"/>
              <a:gd name="T31" fmla="*/ 1907 h 8543"/>
              <a:gd name="T32" fmla="*/ 16908 w 19199"/>
              <a:gd name="T33" fmla="*/ 1907 h 8543"/>
              <a:gd name="T34" fmla="*/ 17025 w 19199"/>
              <a:gd name="T35" fmla="*/ 831 h 8543"/>
              <a:gd name="T36" fmla="*/ 12144 w 19199"/>
              <a:gd name="T37" fmla="*/ 4880 h 8543"/>
              <a:gd name="T38" fmla="*/ 11681 w 19199"/>
              <a:gd name="T39" fmla="*/ 4709 h 8543"/>
              <a:gd name="T40" fmla="*/ 9929 w 19199"/>
              <a:gd name="T41" fmla="*/ 5452 h 8543"/>
              <a:gd name="T42" fmla="*/ 18698 w 19199"/>
              <a:gd name="T43" fmla="*/ 1907 h 8543"/>
              <a:gd name="T44" fmla="*/ 16729 w 19199"/>
              <a:gd name="T45" fmla="*/ 2940 h 8543"/>
              <a:gd name="T46" fmla="*/ 15402 w 19199"/>
              <a:gd name="T47" fmla="*/ 4122 h 8543"/>
              <a:gd name="T48" fmla="*/ 15608 w 19199"/>
              <a:gd name="T49" fmla="*/ 5049 h 8543"/>
              <a:gd name="T50" fmla="*/ 12290 w 19199"/>
              <a:gd name="T51" fmla="*/ 5696 h 8543"/>
              <a:gd name="T52" fmla="*/ 8973 w 19199"/>
              <a:gd name="T53" fmla="*/ 3745 h 8543"/>
              <a:gd name="T54" fmla="*/ 0 w 19199"/>
              <a:gd name="T55" fmla="*/ 4176 h 8543"/>
              <a:gd name="T56" fmla="*/ 1437 w 19199"/>
              <a:gd name="T57" fmla="*/ 3623 h 8543"/>
              <a:gd name="T58" fmla="*/ 9064 w 19199"/>
              <a:gd name="T59" fmla="*/ 5106 h 8543"/>
              <a:gd name="T60" fmla="*/ 8855 w 19199"/>
              <a:gd name="T61" fmla="*/ 3505 h 8543"/>
              <a:gd name="T62" fmla="*/ 11200 w 19199"/>
              <a:gd name="T63" fmla="*/ 4212 h 8543"/>
              <a:gd name="T64" fmla="*/ 13476 w 19199"/>
              <a:gd name="T65" fmla="*/ 3772 h 8543"/>
              <a:gd name="T66" fmla="*/ 15402 w 19199"/>
              <a:gd name="T67" fmla="*/ 3887 h 8543"/>
              <a:gd name="T68" fmla="*/ 17025 w 19199"/>
              <a:gd name="T69" fmla="*/ 0 h 8543"/>
              <a:gd name="T70" fmla="*/ 18934 w 19199"/>
              <a:gd name="T71" fmla="*/ 1907 h 8543"/>
              <a:gd name="T72" fmla="*/ 19199 w 19199"/>
              <a:gd name="T73" fmla="*/ 6150 h 8543"/>
              <a:gd name="T74" fmla="*/ 13742 w 19199"/>
              <a:gd name="T75" fmla="*/ 6575 h 8543"/>
              <a:gd name="T76" fmla="*/ 0 w 19199"/>
              <a:gd name="T77" fmla="*/ 5553 h 8543"/>
              <a:gd name="T78" fmla="*/ 0 w 19199"/>
              <a:gd name="T79" fmla="*/ 4528 h 8543"/>
              <a:gd name="T80" fmla="*/ 16631 w 19199"/>
              <a:gd name="T81" fmla="*/ 4282 h 8543"/>
              <a:gd name="T82" fmla="*/ 14059 w 19199"/>
              <a:gd name="T83" fmla="*/ 4151 h 8543"/>
              <a:gd name="T84" fmla="*/ 17025 w 19199"/>
              <a:gd name="T85" fmla="*/ 1427 h 8543"/>
              <a:gd name="T86" fmla="*/ 16311 w 19199"/>
              <a:gd name="T87" fmla="*/ 2024 h 8543"/>
              <a:gd name="T88" fmla="*/ 17740 w 19199"/>
              <a:gd name="T89" fmla="*/ 1907 h 8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199" h="8543">
                <a:moveTo>
                  <a:pt x="285" y="5150"/>
                </a:moveTo>
                <a:lnTo>
                  <a:pt x="285" y="5150"/>
                </a:lnTo>
                <a:cubicBezTo>
                  <a:pt x="565" y="4868"/>
                  <a:pt x="792" y="4537"/>
                  <a:pt x="946" y="4165"/>
                </a:cubicBezTo>
                <a:cubicBezTo>
                  <a:pt x="950" y="4123"/>
                  <a:pt x="954" y="4080"/>
                  <a:pt x="957" y="4036"/>
                </a:cubicBezTo>
                <a:cubicBezTo>
                  <a:pt x="860" y="4071"/>
                  <a:pt x="770" y="4123"/>
                  <a:pt x="681" y="4188"/>
                </a:cubicBezTo>
                <a:cubicBezTo>
                  <a:pt x="518" y="4537"/>
                  <a:pt x="284" y="4845"/>
                  <a:pt x="0" y="5101"/>
                </a:cubicBezTo>
                <a:lnTo>
                  <a:pt x="0" y="5267"/>
                </a:lnTo>
                <a:cubicBezTo>
                  <a:pt x="48" y="5247"/>
                  <a:pt x="96" y="5227"/>
                  <a:pt x="145" y="5207"/>
                </a:cubicBezTo>
                <a:cubicBezTo>
                  <a:pt x="191" y="5188"/>
                  <a:pt x="239" y="5169"/>
                  <a:pt x="285" y="5150"/>
                </a:cubicBezTo>
                <a:close/>
                <a:moveTo>
                  <a:pt x="13742" y="6947"/>
                </a:moveTo>
                <a:lnTo>
                  <a:pt x="13742" y="6947"/>
                </a:lnTo>
                <a:cubicBezTo>
                  <a:pt x="10070" y="6947"/>
                  <a:pt x="9296" y="5007"/>
                  <a:pt x="5087" y="5007"/>
                </a:cubicBezTo>
                <a:cubicBezTo>
                  <a:pt x="2649" y="5007"/>
                  <a:pt x="1364" y="5658"/>
                  <a:pt x="0" y="6206"/>
                </a:cubicBezTo>
                <a:lnTo>
                  <a:pt x="0" y="6459"/>
                </a:lnTo>
                <a:cubicBezTo>
                  <a:pt x="1385" y="5908"/>
                  <a:pt x="2654" y="5242"/>
                  <a:pt x="5087" y="5242"/>
                </a:cubicBezTo>
                <a:cubicBezTo>
                  <a:pt x="9241" y="5242"/>
                  <a:pt x="10001" y="7182"/>
                  <a:pt x="13742" y="7182"/>
                </a:cubicBezTo>
                <a:cubicBezTo>
                  <a:pt x="15262" y="7182"/>
                  <a:pt x="16685" y="6655"/>
                  <a:pt x="17770" y="5695"/>
                </a:cubicBezTo>
                <a:lnTo>
                  <a:pt x="18942" y="8543"/>
                </a:lnTo>
                <a:lnTo>
                  <a:pt x="19196" y="8543"/>
                </a:lnTo>
                <a:lnTo>
                  <a:pt x="17859" y="5293"/>
                </a:lnTo>
                <a:cubicBezTo>
                  <a:pt x="16659" y="6419"/>
                  <a:pt x="15293" y="6947"/>
                  <a:pt x="13742" y="6947"/>
                </a:cubicBezTo>
                <a:close/>
                <a:moveTo>
                  <a:pt x="13742" y="7544"/>
                </a:moveTo>
                <a:lnTo>
                  <a:pt x="13742" y="7544"/>
                </a:lnTo>
                <a:cubicBezTo>
                  <a:pt x="9914" y="7544"/>
                  <a:pt x="9144" y="5604"/>
                  <a:pt x="5087" y="5604"/>
                </a:cubicBezTo>
                <a:cubicBezTo>
                  <a:pt x="2673" y="5604"/>
                  <a:pt x="1423" y="6291"/>
                  <a:pt x="0" y="6847"/>
                </a:cubicBezTo>
                <a:lnTo>
                  <a:pt x="0" y="7099"/>
                </a:lnTo>
                <a:cubicBezTo>
                  <a:pt x="1450" y="6540"/>
                  <a:pt x="2690" y="5839"/>
                  <a:pt x="5087" y="5839"/>
                </a:cubicBezTo>
                <a:cubicBezTo>
                  <a:pt x="9078" y="5839"/>
                  <a:pt x="9860" y="7779"/>
                  <a:pt x="13742" y="7779"/>
                </a:cubicBezTo>
                <a:cubicBezTo>
                  <a:pt x="15003" y="7779"/>
                  <a:pt x="16217" y="7443"/>
                  <a:pt x="17262" y="6807"/>
                </a:cubicBezTo>
                <a:lnTo>
                  <a:pt x="18041" y="8543"/>
                </a:lnTo>
                <a:lnTo>
                  <a:pt x="18298" y="8543"/>
                </a:lnTo>
                <a:lnTo>
                  <a:pt x="17365" y="6463"/>
                </a:lnTo>
                <a:cubicBezTo>
                  <a:pt x="16290" y="7150"/>
                  <a:pt x="15133" y="7544"/>
                  <a:pt x="13742" y="7544"/>
                </a:cubicBezTo>
                <a:close/>
                <a:moveTo>
                  <a:pt x="10030" y="5207"/>
                </a:moveTo>
                <a:lnTo>
                  <a:pt x="10030" y="5207"/>
                </a:lnTo>
                <a:cubicBezTo>
                  <a:pt x="10251" y="5298"/>
                  <a:pt x="10470" y="5388"/>
                  <a:pt x="10691" y="5474"/>
                </a:cubicBezTo>
                <a:cubicBezTo>
                  <a:pt x="10170" y="5175"/>
                  <a:pt x="9747" y="4730"/>
                  <a:pt x="9494" y="4188"/>
                </a:cubicBezTo>
                <a:cubicBezTo>
                  <a:pt x="9405" y="4123"/>
                  <a:pt x="9315" y="4071"/>
                  <a:pt x="9218" y="4036"/>
                </a:cubicBezTo>
                <a:cubicBezTo>
                  <a:pt x="9221" y="4080"/>
                  <a:pt x="9225" y="4123"/>
                  <a:pt x="9229" y="4165"/>
                </a:cubicBezTo>
                <a:cubicBezTo>
                  <a:pt x="9383" y="4537"/>
                  <a:pt x="9610" y="4868"/>
                  <a:pt x="9889" y="5150"/>
                </a:cubicBezTo>
                <a:cubicBezTo>
                  <a:pt x="9936" y="5169"/>
                  <a:pt x="9984" y="5188"/>
                  <a:pt x="10030" y="5207"/>
                </a:cubicBezTo>
                <a:close/>
                <a:moveTo>
                  <a:pt x="15758" y="5619"/>
                </a:moveTo>
                <a:lnTo>
                  <a:pt x="15758" y="5619"/>
                </a:lnTo>
                <a:cubicBezTo>
                  <a:pt x="17300" y="4956"/>
                  <a:pt x="18337" y="3465"/>
                  <a:pt x="18337" y="1906"/>
                </a:cubicBezTo>
                <a:cubicBezTo>
                  <a:pt x="18337" y="1184"/>
                  <a:pt x="17748" y="595"/>
                  <a:pt x="17025" y="595"/>
                </a:cubicBezTo>
                <a:cubicBezTo>
                  <a:pt x="16302" y="595"/>
                  <a:pt x="15714" y="1184"/>
                  <a:pt x="15714" y="1907"/>
                </a:cubicBezTo>
                <a:cubicBezTo>
                  <a:pt x="15714" y="2301"/>
                  <a:pt x="16034" y="2621"/>
                  <a:pt x="16428" y="2621"/>
                </a:cubicBezTo>
                <a:cubicBezTo>
                  <a:pt x="16822" y="2621"/>
                  <a:pt x="17143" y="2301"/>
                  <a:pt x="17143" y="1907"/>
                </a:cubicBezTo>
                <a:lnTo>
                  <a:pt x="17143" y="1789"/>
                </a:lnTo>
                <a:lnTo>
                  <a:pt x="16908" y="1789"/>
                </a:lnTo>
                <a:lnTo>
                  <a:pt x="16908" y="1907"/>
                </a:lnTo>
                <a:cubicBezTo>
                  <a:pt x="16908" y="2171"/>
                  <a:pt x="16693" y="2386"/>
                  <a:pt x="16428" y="2386"/>
                </a:cubicBezTo>
                <a:cubicBezTo>
                  <a:pt x="16164" y="2386"/>
                  <a:pt x="15949" y="2171"/>
                  <a:pt x="15949" y="1907"/>
                </a:cubicBezTo>
                <a:cubicBezTo>
                  <a:pt x="15949" y="1313"/>
                  <a:pt x="16432" y="831"/>
                  <a:pt x="17025" y="831"/>
                </a:cubicBezTo>
                <a:cubicBezTo>
                  <a:pt x="17619" y="831"/>
                  <a:pt x="18101" y="1313"/>
                  <a:pt x="18101" y="1907"/>
                </a:cubicBezTo>
                <a:cubicBezTo>
                  <a:pt x="18101" y="3372"/>
                  <a:pt x="17122" y="4777"/>
                  <a:pt x="15665" y="5402"/>
                </a:cubicBezTo>
                <a:cubicBezTo>
                  <a:pt x="14383" y="5953"/>
                  <a:pt x="13067" y="5757"/>
                  <a:pt x="12144" y="4880"/>
                </a:cubicBezTo>
                <a:cubicBezTo>
                  <a:pt x="12122" y="4859"/>
                  <a:pt x="12090" y="4827"/>
                  <a:pt x="12055" y="4789"/>
                </a:cubicBezTo>
                <a:cubicBezTo>
                  <a:pt x="11944" y="4753"/>
                  <a:pt x="11822" y="4724"/>
                  <a:pt x="11681" y="4706"/>
                </a:cubicBezTo>
                <a:cubicBezTo>
                  <a:pt x="11681" y="4707"/>
                  <a:pt x="11681" y="4708"/>
                  <a:pt x="11681" y="4709"/>
                </a:cubicBezTo>
                <a:cubicBezTo>
                  <a:pt x="11809" y="4884"/>
                  <a:pt x="11957" y="5027"/>
                  <a:pt x="11982" y="5051"/>
                </a:cubicBezTo>
                <a:cubicBezTo>
                  <a:pt x="12967" y="5987"/>
                  <a:pt x="14376" y="6212"/>
                  <a:pt x="15758" y="5619"/>
                </a:cubicBezTo>
                <a:close/>
                <a:moveTo>
                  <a:pt x="9929" y="5452"/>
                </a:moveTo>
                <a:lnTo>
                  <a:pt x="9929" y="5452"/>
                </a:lnTo>
                <a:cubicBezTo>
                  <a:pt x="11036" y="5909"/>
                  <a:pt x="12082" y="6340"/>
                  <a:pt x="13742" y="6340"/>
                </a:cubicBezTo>
                <a:cubicBezTo>
                  <a:pt x="16475" y="6340"/>
                  <a:pt x="18698" y="4351"/>
                  <a:pt x="18698" y="1907"/>
                </a:cubicBezTo>
                <a:cubicBezTo>
                  <a:pt x="18698" y="984"/>
                  <a:pt x="17948" y="234"/>
                  <a:pt x="17025" y="234"/>
                </a:cubicBezTo>
                <a:cubicBezTo>
                  <a:pt x="16103" y="234"/>
                  <a:pt x="15352" y="984"/>
                  <a:pt x="15352" y="1907"/>
                </a:cubicBezTo>
                <a:cubicBezTo>
                  <a:pt x="15352" y="2621"/>
                  <a:pt x="16039" y="3140"/>
                  <a:pt x="16729" y="2940"/>
                </a:cubicBezTo>
                <a:lnTo>
                  <a:pt x="16989" y="2865"/>
                </a:lnTo>
                <a:lnTo>
                  <a:pt x="16867" y="3106"/>
                </a:lnTo>
                <a:cubicBezTo>
                  <a:pt x="16545" y="3743"/>
                  <a:pt x="15997" y="4122"/>
                  <a:pt x="15402" y="4122"/>
                </a:cubicBezTo>
                <a:cubicBezTo>
                  <a:pt x="14796" y="4122"/>
                  <a:pt x="14501" y="3910"/>
                  <a:pt x="13713" y="3891"/>
                </a:cubicBezTo>
                <a:cubicBezTo>
                  <a:pt x="13743" y="4648"/>
                  <a:pt x="14043" y="5144"/>
                  <a:pt x="14795" y="5028"/>
                </a:cubicBezTo>
                <a:cubicBezTo>
                  <a:pt x="15114" y="5082"/>
                  <a:pt x="15357" y="5079"/>
                  <a:pt x="15608" y="5049"/>
                </a:cubicBezTo>
                <a:cubicBezTo>
                  <a:pt x="15205" y="5214"/>
                  <a:pt x="14764" y="5305"/>
                  <a:pt x="14302" y="5305"/>
                </a:cubicBezTo>
                <a:cubicBezTo>
                  <a:pt x="12815" y="5305"/>
                  <a:pt x="12763" y="4493"/>
                  <a:pt x="11435" y="4449"/>
                </a:cubicBezTo>
                <a:cubicBezTo>
                  <a:pt x="11449" y="5468"/>
                  <a:pt x="11748" y="5575"/>
                  <a:pt x="12290" y="5696"/>
                </a:cubicBezTo>
                <a:cubicBezTo>
                  <a:pt x="12495" y="5830"/>
                  <a:pt x="12711" y="5942"/>
                  <a:pt x="12936" y="6030"/>
                </a:cubicBezTo>
                <a:cubicBezTo>
                  <a:pt x="12521" y="5997"/>
                  <a:pt x="12072" y="5921"/>
                  <a:pt x="11653" y="5747"/>
                </a:cubicBezTo>
                <a:cubicBezTo>
                  <a:pt x="10325" y="5235"/>
                  <a:pt x="10073" y="3837"/>
                  <a:pt x="8973" y="3745"/>
                </a:cubicBezTo>
                <a:cubicBezTo>
                  <a:pt x="8977" y="4614"/>
                  <a:pt x="9131" y="5122"/>
                  <a:pt x="9929" y="5452"/>
                </a:cubicBezTo>
                <a:close/>
                <a:moveTo>
                  <a:pt x="0" y="4176"/>
                </a:moveTo>
                <a:lnTo>
                  <a:pt x="0" y="4176"/>
                </a:lnTo>
                <a:cubicBezTo>
                  <a:pt x="347" y="3802"/>
                  <a:pt x="724" y="3505"/>
                  <a:pt x="1320" y="3505"/>
                </a:cubicBezTo>
                <a:lnTo>
                  <a:pt x="1437" y="3505"/>
                </a:lnTo>
                <a:lnTo>
                  <a:pt x="1437" y="3623"/>
                </a:lnTo>
                <a:cubicBezTo>
                  <a:pt x="1437" y="4083"/>
                  <a:pt x="1436" y="4655"/>
                  <a:pt x="1111" y="5106"/>
                </a:cubicBezTo>
                <a:cubicBezTo>
                  <a:pt x="2134" y="4721"/>
                  <a:pt x="3310" y="4400"/>
                  <a:pt x="5087" y="4400"/>
                </a:cubicBezTo>
                <a:cubicBezTo>
                  <a:pt x="6865" y="4400"/>
                  <a:pt x="8041" y="4721"/>
                  <a:pt x="9064" y="5106"/>
                </a:cubicBezTo>
                <a:cubicBezTo>
                  <a:pt x="8739" y="4655"/>
                  <a:pt x="8737" y="4083"/>
                  <a:pt x="8737" y="3623"/>
                </a:cubicBezTo>
                <a:lnTo>
                  <a:pt x="8737" y="3505"/>
                </a:lnTo>
                <a:lnTo>
                  <a:pt x="8855" y="3505"/>
                </a:lnTo>
                <a:cubicBezTo>
                  <a:pt x="10057" y="3505"/>
                  <a:pt x="10370" y="4714"/>
                  <a:pt x="11344" y="5329"/>
                </a:cubicBezTo>
                <a:cubicBezTo>
                  <a:pt x="11217" y="5043"/>
                  <a:pt x="11200" y="4685"/>
                  <a:pt x="11200" y="4329"/>
                </a:cubicBezTo>
                <a:lnTo>
                  <a:pt x="11200" y="4212"/>
                </a:lnTo>
                <a:lnTo>
                  <a:pt x="11317" y="4212"/>
                </a:lnTo>
                <a:cubicBezTo>
                  <a:pt x="12696" y="4212"/>
                  <a:pt x="12844" y="4912"/>
                  <a:pt x="13911" y="5046"/>
                </a:cubicBezTo>
                <a:cubicBezTo>
                  <a:pt x="13626" y="4796"/>
                  <a:pt x="13476" y="4355"/>
                  <a:pt x="13476" y="3772"/>
                </a:cubicBezTo>
                <a:lnTo>
                  <a:pt x="13476" y="3654"/>
                </a:lnTo>
                <a:lnTo>
                  <a:pt x="13593" y="3654"/>
                </a:lnTo>
                <a:cubicBezTo>
                  <a:pt x="14501" y="3654"/>
                  <a:pt x="14809" y="3887"/>
                  <a:pt x="15402" y="3887"/>
                </a:cubicBezTo>
                <a:cubicBezTo>
                  <a:pt x="15838" y="3887"/>
                  <a:pt x="16248" y="3640"/>
                  <a:pt x="16532" y="3214"/>
                </a:cubicBezTo>
                <a:cubicBezTo>
                  <a:pt x="15766" y="3274"/>
                  <a:pt x="15117" y="2667"/>
                  <a:pt x="15117" y="1907"/>
                </a:cubicBezTo>
                <a:cubicBezTo>
                  <a:pt x="15117" y="855"/>
                  <a:pt x="15973" y="0"/>
                  <a:pt x="17025" y="0"/>
                </a:cubicBezTo>
                <a:cubicBezTo>
                  <a:pt x="18077" y="0"/>
                  <a:pt x="18933" y="854"/>
                  <a:pt x="18934" y="1906"/>
                </a:cubicBezTo>
                <a:lnTo>
                  <a:pt x="18934" y="1906"/>
                </a:lnTo>
                <a:lnTo>
                  <a:pt x="18934" y="1907"/>
                </a:lnTo>
                <a:lnTo>
                  <a:pt x="18934" y="1907"/>
                </a:lnTo>
                <a:cubicBezTo>
                  <a:pt x="18933" y="2653"/>
                  <a:pt x="18737" y="3358"/>
                  <a:pt x="18390" y="3984"/>
                </a:cubicBezTo>
                <a:lnTo>
                  <a:pt x="19199" y="6150"/>
                </a:lnTo>
                <a:lnTo>
                  <a:pt x="19199" y="6821"/>
                </a:lnTo>
                <a:lnTo>
                  <a:pt x="18235" y="4241"/>
                </a:lnTo>
                <a:cubicBezTo>
                  <a:pt x="17336" y="5635"/>
                  <a:pt x="15659" y="6575"/>
                  <a:pt x="13742" y="6575"/>
                </a:cubicBezTo>
                <a:cubicBezTo>
                  <a:pt x="10162" y="6575"/>
                  <a:pt x="9391" y="4635"/>
                  <a:pt x="5087" y="4635"/>
                </a:cubicBezTo>
                <a:cubicBezTo>
                  <a:pt x="2636" y="4635"/>
                  <a:pt x="1331" y="5265"/>
                  <a:pt x="0" y="5807"/>
                </a:cubicBezTo>
                <a:lnTo>
                  <a:pt x="0" y="5553"/>
                </a:lnTo>
                <a:cubicBezTo>
                  <a:pt x="81" y="5519"/>
                  <a:pt x="163" y="5486"/>
                  <a:pt x="245" y="5452"/>
                </a:cubicBezTo>
                <a:cubicBezTo>
                  <a:pt x="1044" y="5122"/>
                  <a:pt x="1197" y="4613"/>
                  <a:pt x="1202" y="3745"/>
                </a:cubicBezTo>
                <a:cubicBezTo>
                  <a:pt x="678" y="3789"/>
                  <a:pt x="346" y="4129"/>
                  <a:pt x="0" y="4528"/>
                </a:cubicBezTo>
                <a:lnTo>
                  <a:pt x="0" y="4176"/>
                </a:lnTo>
                <a:close/>
                <a:moveTo>
                  <a:pt x="16631" y="4282"/>
                </a:moveTo>
                <a:lnTo>
                  <a:pt x="16631" y="4282"/>
                </a:lnTo>
                <a:cubicBezTo>
                  <a:pt x="15835" y="4866"/>
                  <a:pt x="14797" y="4817"/>
                  <a:pt x="14044" y="4413"/>
                </a:cubicBezTo>
                <a:cubicBezTo>
                  <a:pt x="14014" y="4333"/>
                  <a:pt x="13990" y="4243"/>
                  <a:pt x="13973" y="4141"/>
                </a:cubicBezTo>
                <a:cubicBezTo>
                  <a:pt x="14004" y="4144"/>
                  <a:pt x="14031" y="4148"/>
                  <a:pt x="14059" y="4151"/>
                </a:cubicBezTo>
                <a:cubicBezTo>
                  <a:pt x="14580" y="4470"/>
                  <a:pt x="15623" y="4730"/>
                  <a:pt x="16492" y="4092"/>
                </a:cubicBezTo>
                <a:cubicBezTo>
                  <a:pt x="17126" y="3628"/>
                  <a:pt x="17505" y="2811"/>
                  <a:pt x="17505" y="1907"/>
                </a:cubicBezTo>
                <a:cubicBezTo>
                  <a:pt x="17505" y="1643"/>
                  <a:pt x="17290" y="1427"/>
                  <a:pt x="17025" y="1427"/>
                </a:cubicBezTo>
                <a:cubicBezTo>
                  <a:pt x="16761" y="1427"/>
                  <a:pt x="16546" y="1643"/>
                  <a:pt x="16546" y="1907"/>
                </a:cubicBezTo>
                <a:lnTo>
                  <a:pt x="16546" y="2024"/>
                </a:lnTo>
                <a:lnTo>
                  <a:pt x="16311" y="2024"/>
                </a:lnTo>
                <a:lnTo>
                  <a:pt x="16311" y="1907"/>
                </a:lnTo>
                <a:cubicBezTo>
                  <a:pt x="16311" y="1513"/>
                  <a:pt x="16631" y="1192"/>
                  <a:pt x="17025" y="1192"/>
                </a:cubicBezTo>
                <a:cubicBezTo>
                  <a:pt x="17419" y="1192"/>
                  <a:pt x="17740" y="1513"/>
                  <a:pt x="17740" y="1907"/>
                </a:cubicBezTo>
                <a:cubicBezTo>
                  <a:pt x="17740" y="2885"/>
                  <a:pt x="17325" y="3773"/>
                  <a:pt x="16631" y="4282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0423F-B7EF-7848-8C6C-5503B745FE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1" y="553616"/>
            <a:ext cx="8412057" cy="1945744"/>
          </a:xfrm>
        </p:spPr>
        <p:txBody>
          <a:bodyPr anchor="b">
            <a:noAutofit/>
          </a:bodyPr>
          <a:lstStyle>
            <a:lvl1pPr algn="l">
              <a:defRPr sz="5333" spc="-107" baseline="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CC53A-60A0-F740-8E06-61421EAF57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2682240"/>
            <a:ext cx="8412057" cy="609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MONTH 00, 0000  |  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5A740-0F78-404E-8D2B-CA4E32C87F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D1B5C-558A-7A43-A7F3-CC5277A30B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8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5920"/>
            <a:ext cx="10972800" cy="4267200"/>
          </a:xfrm>
        </p:spPr>
        <p:txBody>
          <a:bodyPr numCol="2" spcCol="274320"/>
          <a:lstStyle>
            <a:lvl1pPr marL="304792" indent="-304792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lvl1pPr>
            <a:lvl2pPr marL="536435">
              <a:defRPr sz="1467"/>
            </a:lvl2pPr>
            <a:lvl3pPr marL="755885">
              <a:defRPr sz="1333"/>
            </a:lvl3pPr>
            <a:lvl4pPr marL="987527">
              <a:defRPr sz="1200"/>
            </a:lvl4pPr>
            <a:lvl5pPr marL="1219170">
              <a:defRPr sz="1067"/>
            </a:lvl5pPr>
            <a:lvl6pPr marL="1450812">
              <a:defRPr/>
            </a:lvl6pPr>
            <a:lvl7pPr marL="1682454">
              <a:defRPr/>
            </a:lvl7pPr>
            <a:lvl8pPr marL="1901904">
              <a:defRPr/>
            </a:lvl8pPr>
            <a:lvl9pPr marL="2133547"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59273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89567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09370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>
            <a:lvl1pPr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>
            <a:normAutofit/>
          </a:bodyPr>
          <a:lstStyle>
            <a:lvl1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467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33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0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17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C7B7800-7190-394B-947C-B8A7D81D5A47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55805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54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FDCE18C-4FAF-B84F-8867-AB8B41FDCAC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264274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67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59B34E4-1128-6E4F-A42E-FF25BFC2E1DE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201537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12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140389-BD01-794D-86E4-AD478067964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8CE33-9527-7642-BB0E-6FDA3BC24ECF}"/>
              </a:ext>
            </a:extLst>
          </p:cNvPr>
          <p:cNvSpPr txBox="1"/>
          <p:nvPr userDrawn="1"/>
        </p:nvSpPr>
        <p:spPr>
          <a:xfrm>
            <a:off x="931524" y="13287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76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3091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12013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2006600"/>
            <a:ext cx="5181600" cy="3907367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7675" y="2006600"/>
            <a:ext cx="5181600" cy="3907367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2440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811431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49540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32545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Blue">
    <p:bg>
      <p:bgPr>
        <a:solidFill>
          <a:srgbClr val="006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175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32700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82809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Gray">
    <p:bg>
      <p:bgPr>
        <a:solidFill>
          <a:srgbClr val="888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94928BC-ACC1-F744-BDCA-844252C7B843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80911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6A3B-A09F-2F48-89B5-88F69CD0D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1BBA-E035-AC4A-9970-B27091D75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07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3FE97-439F-A649-87BE-06EB6810A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959489" y="6398996"/>
            <a:ext cx="1219200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55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006FCF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2pPr>
            <a:lvl3pPr marL="23469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3pPr>
            <a:lvl4pPr marL="454141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4pPr>
            <a:lvl5pPr marL="685783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5pPr>
            <a:lvl6pPr marL="917425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6pPr>
            <a:lvl7pPr marL="1136876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7pPr>
            <a:lvl8pPr marL="1368518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8pPr>
            <a:lvl9pPr marL="160016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E82B13-13AC-994D-B028-46AE92867D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4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D7505-3A56-974B-9FD0-1C9DD6BE9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0"/>
            <a:ext cx="2670048" cy="463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bg2"/>
                </a:solidFill>
              </a:defRPr>
            </a:lvl1pPr>
            <a:lvl2pPr marL="0" indent="-228594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Char char="▪"/>
              <a:defRPr sz="1333">
                <a:solidFill>
                  <a:schemeClr val="bg2"/>
                </a:solidFill>
              </a:defRPr>
            </a:lvl2pPr>
            <a:lvl3pPr marL="46328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3pPr>
            <a:lvl4pPr marL="682735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4pPr>
            <a:lvl5pPr marL="914377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5pPr>
            <a:lvl6pPr marL="1146019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6pPr>
            <a:lvl7pPr marL="1365470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7pPr>
            <a:lvl8pPr marL="1597112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8pPr>
            <a:lvl9pPr marL="182875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374169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 userDrawn="1"/>
        </p:nvSpPr>
        <p:spPr bwMode="hidden">
          <a:xfrm>
            <a:off x="0" y="1436749"/>
            <a:ext cx="12192000" cy="5421252"/>
          </a:xfrm>
          <a:custGeom>
            <a:avLst/>
            <a:gdLst>
              <a:gd name="T0" fmla="*/ 946 w 19199"/>
              <a:gd name="T1" fmla="*/ 4165 h 8543"/>
              <a:gd name="T2" fmla="*/ 0 w 19199"/>
              <a:gd name="T3" fmla="*/ 5101 h 8543"/>
              <a:gd name="T4" fmla="*/ 285 w 19199"/>
              <a:gd name="T5" fmla="*/ 5150 h 8543"/>
              <a:gd name="T6" fmla="*/ 5087 w 19199"/>
              <a:gd name="T7" fmla="*/ 5007 h 8543"/>
              <a:gd name="T8" fmla="*/ 5087 w 19199"/>
              <a:gd name="T9" fmla="*/ 5242 h 8543"/>
              <a:gd name="T10" fmla="*/ 18942 w 19199"/>
              <a:gd name="T11" fmla="*/ 8543 h 8543"/>
              <a:gd name="T12" fmla="*/ 13742 w 19199"/>
              <a:gd name="T13" fmla="*/ 6947 h 8543"/>
              <a:gd name="T14" fmla="*/ 5087 w 19199"/>
              <a:gd name="T15" fmla="*/ 5604 h 8543"/>
              <a:gd name="T16" fmla="*/ 5087 w 19199"/>
              <a:gd name="T17" fmla="*/ 5839 h 8543"/>
              <a:gd name="T18" fmla="*/ 18041 w 19199"/>
              <a:gd name="T19" fmla="*/ 8543 h 8543"/>
              <a:gd name="T20" fmla="*/ 13742 w 19199"/>
              <a:gd name="T21" fmla="*/ 7544 h 8543"/>
              <a:gd name="T22" fmla="*/ 10691 w 19199"/>
              <a:gd name="T23" fmla="*/ 5474 h 8543"/>
              <a:gd name="T24" fmla="*/ 9229 w 19199"/>
              <a:gd name="T25" fmla="*/ 4165 h 8543"/>
              <a:gd name="T26" fmla="*/ 15758 w 19199"/>
              <a:gd name="T27" fmla="*/ 5619 h 8543"/>
              <a:gd name="T28" fmla="*/ 17025 w 19199"/>
              <a:gd name="T29" fmla="*/ 595 h 8543"/>
              <a:gd name="T30" fmla="*/ 17143 w 19199"/>
              <a:gd name="T31" fmla="*/ 1907 h 8543"/>
              <a:gd name="T32" fmla="*/ 16908 w 19199"/>
              <a:gd name="T33" fmla="*/ 1907 h 8543"/>
              <a:gd name="T34" fmla="*/ 17025 w 19199"/>
              <a:gd name="T35" fmla="*/ 831 h 8543"/>
              <a:gd name="T36" fmla="*/ 12144 w 19199"/>
              <a:gd name="T37" fmla="*/ 4880 h 8543"/>
              <a:gd name="T38" fmla="*/ 11681 w 19199"/>
              <a:gd name="T39" fmla="*/ 4709 h 8543"/>
              <a:gd name="T40" fmla="*/ 9929 w 19199"/>
              <a:gd name="T41" fmla="*/ 5452 h 8543"/>
              <a:gd name="T42" fmla="*/ 18698 w 19199"/>
              <a:gd name="T43" fmla="*/ 1907 h 8543"/>
              <a:gd name="T44" fmla="*/ 16729 w 19199"/>
              <a:gd name="T45" fmla="*/ 2940 h 8543"/>
              <a:gd name="T46" fmla="*/ 15402 w 19199"/>
              <a:gd name="T47" fmla="*/ 4122 h 8543"/>
              <a:gd name="T48" fmla="*/ 15608 w 19199"/>
              <a:gd name="T49" fmla="*/ 5049 h 8543"/>
              <a:gd name="T50" fmla="*/ 12290 w 19199"/>
              <a:gd name="T51" fmla="*/ 5696 h 8543"/>
              <a:gd name="T52" fmla="*/ 8973 w 19199"/>
              <a:gd name="T53" fmla="*/ 3745 h 8543"/>
              <a:gd name="T54" fmla="*/ 0 w 19199"/>
              <a:gd name="T55" fmla="*/ 4176 h 8543"/>
              <a:gd name="T56" fmla="*/ 1437 w 19199"/>
              <a:gd name="T57" fmla="*/ 3623 h 8543"/>
              <a:gd name="T58" fmla="*/ 9064 w 19199"/>
              <a:gd name="T59" fmla="*/ 5106 h 8543"/>
              <a:gd name="T60" fmla="*/ 8855 w 19199"/>
              <a:gd name="T61" fmla="*/ 3505 h 8543"/>
              <a:gd name="T62" fmla="*/ 11200 w 19199"/>
              <a:gd name="T63" fmla="*/ 4212 h 8543"/>
              <a:gd name="T64" fmla="*/ 13476 w 19199"/>
              <a:gd name="T65" fmla="*/ 3772 h 8543"/>
              <a:gd name="T66" fmla="*/ 15402 w 19199"/>
              <a:gd name="T67" fmla="*/ 3887 h 8543"/>
              <a:gd name="T68" fmla="*/ 17025 w 19199"/>
              <a:gd name="T69" fmla="*/ 0 h 8543"/>
              <a:gd name="T70" fmla="*/ 18934 w 19199"/>
              <a:gd name="T71" fmla="*/ 1907 h 8543"/>
              <a:gd name="T72" fmla="*/ 19199 w 19199"/>
              <a:gd name="T73" fmla="*/ 6150 h 8543"/>
              <a:gd name="T74" fmla="*/ 13742 w 19199"/>
              <a:gd name="T75" fmla="*/ 6575 h 8543"/>
              <a:gd name="T76" fmla="*/ 0 w 19199"/>
              <a:gd name="T77" fmla="*/ 5553 h 8543"/>
              <a:gd name="T78" fmla="*/ 0 w 19199"/>
              <a:gd name="T79" fmla="*/ 4528 h 8543"/>
              <a:gd name="T80" fmla="*/ 16631 w 19199"/>
              <a:gd name="T81" fmla="*/ 4282 h 8543"/>
              <a:gd name="T82" fmla="*/ 14059 w 19199"/>
              <a:gd name="T83" fmla="*/ 4151 h 8543"/>
              <a:gd name="T84" fmla="*/ 17025 w 19199"/>
              <a:gd name="T85" fmla="*/ 1427 h 8543"/>
              <a:gd name="T86" fmla="*/ 16311 w 19199"/>
              <a:gd name="T87" fmla="*/ 2024 h 8543"/>
              <a:gd name="T88" fmla="*/ 17740 w 19199"/>
              <a:gd name="T89" fmla="*/ 1907 h 8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199" h="8543">
                <a:moveTo>
                  <a:pt x="285" y="5150"/>
                </a:moveTo>
                <a:lnTo>
                  <a:pt x="285" y="5150"/>
                </a:lnTo>
                <a:cubicBezTo>
                  <a:pt x="565" y="4868"/>
                  <a:pt x="792" y="4537"/>
                  <a:pt x="946" y="4165"/>
                </a:cubicBezTo>
                <a:cubicBezTo>
                  <a:pt x="950" y="4123"/>
                  <a:pt x="954" y="4080"/>
                  <a:pt x="957" y="4036"/>
                </a:cubicBezTo>
                <a:cubicBezTo>
                  <a:pt x="860" y="4071"/>
                  <a:pt x="770" y="4123"/>
                  <a:pt x="681" y="4188"/>
                </a:cubicBezTo>
                <a:cubicBezTo>
                  <a:pt x="518" y="4537"/>
                  <a:pt x="284" y="4845"/>
                  <a:pt x="0" y="5101"/>
                </a:cubicBezTo>
                <a:lnTo>
                  <a:pt x="0" y="5267"/>
                </a:lnTo>
                <a:cubicBezTo>
                  <a:pt x="48" y="5247"/>
                  <a:pt x="96" y="5227"/>
                  <a:pt x="145" y="5207"/>
                </a:cubicBezTo>
                <a:cubicBezTo>
                  <a:pt x="191" y="5188"/>
                  <a:pt x="239" y="5169"/>
                  <a:pt x="285" y="5150"/>
                </a:cubicBezTo>
                <a:close/>
                <a:moveTo>
                  <a:pt x="13742" y="6947"/>
                </a:moveTo>
                <a:lnTo>
                  <a:pt x="13742" y="6947"/>
                </a:lnTo>
                <a:cubicBezTo>
                  <a:pt x="10070" y="6947"/>
                  <a:pt x="9296" y="5007"/>
                  <a:pt x="5087" y="5007"/>
                </a:cubicBezTo>
                <a:cubicBezTo>
                  <a:pt x="2649" y="5007"/>
                  <a:pt x="1364" y="5658"/>
                  <a:pt x="0" y="6206"/>
                </a:cubicBezTo>
                <a:lnTo>
                  <a:pt x="0" y="6459"/>
                </a:lnTo>
                <a:cubicBezTo>
                  <a:pt x="1385" y="5908"/>
                  <a:pt x="2654" y="5242"/>
                  <a:pt x="5087" y="5242"/>
                </a:cubicBezTo>
                <a:cubicBezTo>
                  <a:pt x="9241" y="5242"/>
                  <a:pt x="10001" y="7182"/>
                  <a:pt x="13742" y="7182"/>
                </a:cubicBezTo>
                <a:cubicBezTo>
                  <a:pt x="15262" y="7182"/>
                  <a:pt x="16685" y="6655"/>
                  <a:pt x="17770" y="5695"/>
                </a:cubicBezTo>
                <a:lnTo>
                  <a:pt x="18942" y="8543"/>
                </a:lnTo>
                <a:lnTo>
                  <a:pt x="19196" y="8543"/>
                </a:lnTo>
                <a:lnTo>
                  <a:pt x="17859" y="5293"/>
                </a:lnTo>
                <a:cubicBezTo>
                  <a:pt x="16659" y="6419"/>
                  <a:pt x="15293" y="6947"/>
                  <a:pt x="13742" y="6947"/>
                </a:cubicBezTo>
                <a:close/>
                <a:moveTo>
                  <a:pt x="13742" y="7544"/>
                </a:moveTo>
                <a:lnTo>
                  <a:pt x="13742" y="7544"/>
                </a:lnTo>
                <a:cubicBezTo>
                  <a:pt x="9914" y="7544"/>
                  <a:pt x="9144" y="5604"/>
                  <a:pt x="5087" y="5604"/>
                </a:cubicBezTo>
                <a:cubicBezTo>
                  <a:pt x="2673" y="5604"/>
                  <a:pt x="1423" y="6291"/>
                  <a:pt x="0" y="6847"/>
                </a:cubicBezTo>
                <a:lnTo>
                  <a:pt x="0" y="7099"/>
                </a:lnTo>
                <a:cubicBezTo>
                  <a:pt x="1450" y="6540"/>
                  <a:pt x="2690" y="5839"/>
                  <a:pt x="5087" y="5839"/>
                </a:cubicBezTo>
                <a:cubicBezTo>
                  <a:pt x="9078" y="5839"/>
                  <a:pt x="9860" y="7779"/>
                  <a:pt x="13742" y="7779"/>
                </a:cubicBezTo>
                <a:cubicBezTo>
                  <a:pt x="15003" y="7779"/>
                  <a:pt x="16217" y="7443"/>
                  <a:pt x="17262" y="6807"/>
                </a:cubicBezTo>
                <a:lnTo>
                  <a:pt x="18041" y="8543"/>
                </a:lnTo>
                <a:lnTo>
                  <a:pt x="18298" y="8543"/>
                </a:lnTo>
                <a:lnTo>
                  <a:pt x="17365" y="6463"/>
                </a:lnTo>
                <a:cubicBezTo>
                  <a:pt x="16290" y="7150"/>
                  <a:pt x="15133" y="7544"/>
                  <a:pt x="13742" y="7544"/>
                </a:cubicBezTo>
                <a:close/>
                <a:moveTo>
                  <a:pt x="10030" y="5207"/>
                </a:moveTo>
                <a:lnTo>
                  <a:pt x="10030" y="5207"/>
                </a:lnTo>
                <a:cubicBezTo>
                  <a:pt x="10251" y="5298"/>
                  <a:pt x="10470" y="5388"/>
                  <a:pt x="10691" y="5474"/>
                </a:cubicBezTo>
                <a:cubicBezTo>
                  <a:pt x="10170" y="5175"/>
                  <a:pt x="9747" y="4730"/>
                  <a:pt x="9494" y="4188"/>
                </a:cubicBezTo>
                <a:cubicBezTo>
                  <a:pt x="9405" y="4123"/>
                  <a:pt x="9315" y="4071"/>
                  <a:pt x="9218" y="4036"/>
                </a:cubicBezTo>
                <a:cubicBezTo>
                  <a:pt x="9221" y="4080"/>
                  <a:pt x="9225" y="4123"/>
                  <a:pt x="9229" y="4165"/>
                </a:cubicBezTo>
                <a:cubicBezTo>
                  <a:pt x="9383" y="4537"/>
                  <a:pt x="9610" y="4868"/>
                  <a:pt x="9889" y="5150"/>
                </a:cubicBezTo>
                <a:cubicBezTo>
                  <a:pt x="9936" y="5169"/>
                  <a:pt x="9984" y="5188"/>
                  <a:pt x="10030" y="5207"/>
                </a:cubicBezTo>
                <a:close/>
                <a:moveTo>
                  <a:pt x="15758" y="5619"/>
                </a:moveTo>
                <a:lnTo>
                  <a:pt x="15758" y="5619"/>
                </a:lnTo>
                <a:cubicBezTo>
                  <a:pt x="17300" y="4956"/>
                  <a:pt x="18337" y="3465"/>
                  <a:pt x="18337" y="1906"/>
                </a:cubicBezTo>
                <a:cubicBezTo>
                  <a:pt x="18337" y="1184"/>
                  <a:pt x="17748" y="595"/>
                  <a:pt x="17025" y="595"/>
                </a:cubicBezTo>
                <a:cubicBezTo>
                  <a:pt x="16302" y="595"/>
                  <a:pt x="15714" y="1184"/>
                  <a:pt x="15714" y="1907"/>
                </a:cubicBezTo>
                <a:cubicBezTo>
                  <a:pt x="15714" y="2301"/>
                  <a:pt x="16034" y="2621"/>
                  <a:pt x="16428" y="2621"/>
                </a:cubicBezTo>
                <a:cubicBezTo>
                  <a:pt x="16822" y="2621"/>
                  <a:pt x="17143" y="2301"/>
                  <a:pt x="17143" y="1907"/>
                </a:cubicBezTo>
                <a:lnTo>
                  <a:pt x="17143" y="1789"/>
                </a:lnTo>
                <a:lnTo>
                  <a:pt x="16908" y="1789"/>
                </a:lnTo>
                <a:lnTo>
                  <a:pt x="16908" y="1907"/>
                </a:lnTo>
                <a:cubicBezTo>
                  <a:pt x="16908" y="2171"/>
                  <a:pt x="16693" y="2386"/>
                  <a:pt x="16428" y="2386"/>
                </a:cubicBezTo>
                <a:cubicBezTo>
                  <a:pt x="16164" y="2386"/>
                  <a:pt x="15949" y="2171"/>
                  <a:pt x="15949" y="1907"/>
                </a:cubicBezTo>
                <a:cubicBezTo>
                  <a:pt x="15949" y="1313"/>
                  <a:pt x="16432" y="831"/>
                  <a:pt x="17025" y="831"/>
                </a:cubicBezTo>
                <a:cubicBezTo>
                  <a:pt x="17619" y="831"/>
                  <a:pt x="18101" y="1313"/>
                  <a:pt x="18101" y="1907"/>
                </a:cubicBezTo>
                <a:cubicBezTo>
                  <a:pt x="18101" y="3372"/>
                  <a:pt x="17122" y="4777"/>
                  <a:pt x="15665" y="5402"/>
                </a:cubicBezTo>
                <a:cubicBezTo>
                  <a:pt x="14383" y="5953"/>
                  <a:pt x="13067" y="5757"/>
                  <a:pt x="12144" y="4880"/>
                </a:cubicBezTo>
                <a:cubicBezTo>
                  <a:pt x="12122" y="4859"/>
                  <a:pt x="12090" y="4827"/>
                  <a:pt x="12055" y="4789"/>
                </a:cubicBezTo>
                <a:cubicBezTo>
                  <a:pt x="11944" y="4753"/>
                  <a:pt x="11822" y="4724"/>
                  <a:pt x="11681" y="4706"/>
                </a:cubicBezTo>
                <a:cubicBezTo>
                  <a:pt x="11681" y="4707"/>
                  <a:pt x="11681" y="4708"/>
                  <a:pt x="11681" y="4709"/>
                </a:cubicBezTo>
                <a:cubicBezTo>
                  <a:pt x="11809" y="4884"/>
                  <a:pt x="11957" y="5027"/>
                  <a:pt x="11982" y="5051"/>
                </a:cubicBezTo>
                <a:cubicBezTo>
                  <a:pt x="12967" y="5987"/>
                  <a:pt x="14376" y="6212"/>
                  <a:pt x="15758" y="5619"/>
                </a:cubicBezTo>
                <a:close/>
                <a:moveTo>
                  <a:pt x="9929" y="5452"/>
                </a:moveTo>
                <a:lnTo>
                  <a:pt x="9929" y="5452"/>
                </a:lnTo>
                <a:cubicBezTo>
                  <a:pt x="11036" y="5909"/>
                  <a:pt x="12082" y="6340"/>
                  <a:pt x="13742" y="6340"/>
                </a:cubicBezTo>
                <a:cubicBezTo>
                  <a:pt x="16475" y="6340"/>
                  <a:pt x="18698" y="4351"/>
                  <a:pt x="18698" y="1907"/>
                </a:cubicBezTo>
                <a:cubicBezTo>
                  <a:pt x="18698" y="984"/>
                  <a:pt x="17948" y="234"/>
                  <a:pt x="17025" y="234"/>
                </a:cubicBezTo>
                <a:cubicBezTo>
                  <a:pt x="16103" y="234"/>
                  <a:pt x="15352" y="984"/>
                  <a:pt x="15352" y="1907"/>
                </a:cubicBezTo>
                <a:cubicBezTo>
                  <a:pt x="15352" y="2621"/>
                  <a:pt x="16039" y="3140"/>
                  <a:pt x="16729" y="2940"/>
                </a:cubicBezTo>
                <a:lnTo>
                  <a:pt x="16989" y="2865"/>
                </a:lnTo>
                <a:lnTo>
                  <a:pt x="16867" y="3106"/>
                </a:lnTo>
                <a:cubicBezTo>
                  <a:pt x="16545" y="3743"/>
                  <a:pt x="15997" y="4122"/>
                  <a:pt x="15402" y="4122"/>
                </a:cubicBezTo>
                <a:cubicBezTo>
                  <a:pt x="14796" y="4122"/>
                  <a:pt x="14501" y="3910"/>
                  <a:pt x="13713" y="3891"/>
                </a:cubicBezTo>
                <a:cubicBezTo>
                  <a:pt x="13743" y="4648"/>
                  <a:pt x="14043" y="5144"/>
                  <a:pt x="14795" y="5028"/>
                </a:cubicBezTo>
                <a:cubicBezTo>
                  <a:pt x="15114" y="5082"/>
                  <a:pt x="15357" y="5079"/>
                  <a:pt x="15608" y="5049"/>
                </a:cubicBezTo>
                <a:cubicBezTo>
                  <a:pt x="15205" y="5214"/>
                  <a:pt x="14764" y="5305"/>
                  <a:pt x="14302" y="5305"/>
                </a:cubicBezTo>
                <a:cubicBezTo>
                  <a:pt x="12815" y="5305"/>
                  <a:pt x="12763" y="4493"/>
                  <a:pt x="11435" y="4449"/>
                </a:cubicBezTo>
                <a:cubicBezTo>
                  <a:pt x="11449" y="5468"/>
                  <a:pt x="11748" y="5575"/>
                  <a:pt x="12290" y="5696"/>
                </a:cubicBezTo>
                <a:cubicBezTo>
                  <a:pt x="12495" y="5830"/>
                  <a:pt x="12711" y="5942"/>
                  <a:pt x="12936" y="6030"/>
                </a:cubicBezTo>
                <a:cubicBezTo>
                  <a:pt x="12521" y="5997"/>
                  <a:pt x="12072" y="5921"/>
                  <a:pt x="11653" y="5747"/>
                </a:cubicBezTo>
                <a:cubicBezTo>
                  <a:pt x="10325" y="5235"/>
                  <a:pt x="10073" y="3837"/>
                  <a:pt x="8973" y="3745"/>
                </a:cubicBezTo>
                <a:cubicBezTo>
                  <a:pt x="8977" y="4614"/>
                  <a:pt x="9131" y="5122"/>
                  <a:pt x="9929" y="5452"/>
                </a:cubicBezTo>
                <a:close/>
                <a:moveTo>
                  <a:pt x="0" y="4176"/>
                </a:moveTo>
                <a:lnTo>
                  <a:pt x="0" y="4176"/>
                </a:lnTo>
                <a:cubicBezTo>
                  <a:pt x="347" y="3802"/>
                  <a:pt x="724" y="3505"/>
                  <a:pt x="1320" y="3505"/>
                </a:cubicBezTo>
                <a:lnTo>
                  <a:pt x="1437" y="3505"/>
                </a:lnTo>
                <a:lnTo>
                  <a:pt x="1437" y="3623"/>
                </a:lnTo>
                <a:cubicBezTo>
                  <a:pt x="1437" y="4083"/>
                  <a:pt x="1436" y="4655"/>
                  <a:pt x="1111" y="5106"/>
                </a:cubicBezTo>
                <a:cubicBezTo>
                  <a:pt x="2134" y="4721"/>
                  <a:pt x="3310" y="4400"/>
                  <a:pt x="5087" y="4400"/>
                </a:cubicBezTo>
                <a:cubicBezTo>
                  <a:pt x="6865" y="4400"/>
                  <a:pt x="8041" y="4721"/>
                  <a:pt x="9064" y="5106"/>
                </a:cubicBezTo>
                <a:cubicBezTo>
                  <a:pt x="8739" y="4655"/>
                  <a:pt x="8737" y="4083"/>
                  <a:pt x="8737" y="3623"/>
                </a:cubicBezTo>
                <a:lnTo>
                  <a:pt x="8737" y="3505"/>
                </a:lnTo>
                <a:lnTo>
                  <a:pt x="8855" y="3505"/>
                </a:lnTo>
                <a:cubicBezTo>
                  <a:pt x="10057" y="3505"/>
                  <a:pt x="10370" y="4714"/>
                  <a:pt x="11344" y="5329"/>
                </a:cubicBezTo>
                <a:cubicBezTo>
                  <a:pt x="11217" y="5043"/>
                  <a:pt x="11200" y="4685"/>
                  <a:pt x="11200" y="4329"/>
                </a:cubicBezTo>
                <a:lnTo>
                  <a:pt x="11200" y="4212"/>
                </a:lnTo>
                <a:lnTo>
                  <a:pt x="11317" y="4212"/>
                </a:lnTo>
                <a:cubicBezTo>
                  <a:pt x="12696" y="4212"/>
                  <a:pt x="12844" y="4912"/>
                  <a:pt x="13911" y="5046"/>
                </a:cubicBezTo>
                <a:cubicBezTo>
                  <a:pt x="13626" y="4796"/>
                  <a:pt x="13476" y="4355"/>
                  <a:pt x="13476" y="3772"/>
                </a:cubicBezTo>
                <a:lnTo>
                  <a:pt x="13476" y="3654"/>
                </a:lnTo>
                <a:lnTo>
                  <a:pt x="13593" y="3654"/>
                </a:lnTo>
                <a:cubicBezTo>
                  <a:pt x="14501" y="3654"/>
                  <a:pt x="14809" y="3887"/>
                  <a:pt x="15402" y="3887"/>
                </a:cubicBezTo>
                <a:cubicBezTo>
                  <a:pt x="15838" y="3887"/>
                  <a:pt x="16248" y="3640"/>
                  <a:pt x="16532" y="3214"/>
                </a:cubicBezTo>
                <a:cubicBezTo>
                  <a:pt x="15766" y="3274"/>
                  <a:pt x="15117" y="2667"/>
                  <a:pt x="15117" y="1907"/>
                </a:cubicBezTo>
                <a:cubicBezTo>
                  <a:pt x="15117" y="855"/>
                  <a:pt x="15973" y="0"/>
                  <a:pt x="17025" y="0"/>
                </a:cubicBezTo>
                <a:cubicBezTo>
                  <a:pt x="18077" y="0"/>
                  <a:pt x="18933" y="854"/>
                  <a:pt x="18934" y="1906"/>
                </a:cubicBezTo>
                <a:lnTo>
                  <a:pt x="18934" y="1906"/>
                </a:lnTo>
                <a:lnTo>
                  <a:pt x="18934" y="1907"/>
                </a:lnTo>
                <a:lnTo>
                  <a:pt x="18934" y="1907"/>
                </a:lnTo>
                <a:cubicBezTo>
                  <a:pt x="18933" y="2653"/>
                  <a:pt x="18737" y="3358"/>
                  <a:pt x="18390" y="3984"/>
                </a:cubicBezTo>
                <a:lnTo>
                  <a:pt x="19199" y="6150"/>
                </a:lnTo>
                <a:lnTo>
                  <a:pt x="19199" y="6821"/>
                </a:lnTo>
                <a:lnTo>
                  <a:pt x="18235" y="4241"/>
                </a:lnTo>
                <a:cubicBezTo>
                  <a:pt x="17336" y="5635"/>
                  <a:pt x="15659" y="6575"/>
                  <a:pt x="13742" y="6575"/>
                </a:cubicBezTo>
                <a:cubicBezTo>
                  <a:pt x="10162" y="6575"/>
                  <a:pt x="9391" y="4635"/>
                  <a:pt x="5087" y="4635"/>
                </a:cubicBezTo>
                <a:cubicBezTo>
                  <a:pt x="2636" y="4635"/>
                  <a:pt x="1331" y="5265"/>
                  <a:pt x="0" y="5807"/>
                </a:cubicBezTo>
                <a:lnTo>
                  <a:pt x="0" y="5553"/>
                </a:lnTo>
                <a:cubicBezTo>
                  <a:pt x="81" y="5519"/>
                  <a:pt x="163" y="5486"/>
                  <a:pt x="245" y="5452"/>
                </a:cubicBezTo>
                <a:cubicBezTo>
                  <a:pt x="1044" y="5122"/>
                  <a:pt x="1197" y="4613"/>
                  <a:pt x="1202" y="3745"/>
                </a:cubicBezTo>
                <a:cubicBezTo>
                  <a:pt x="678" y="3789"/>
                  <a:pt x="346" y="4129"/>
                  <a:pt x="0" y="4528"/>
                </a:cubicBezTo>
                <a:lnTo>
                  <a:pt x="0" y="4176"/>
                </a:lnTo>
                <a:close/>
                <a:moveTo>
                  <a:pt x="16631" y="4282"/>
                </a:moveTo>
                <a:lnTo>
                  <a:pt x="16631" y="4282"/>
                </a:lnTo>
                <a:cubicBezTo>
                  <a:pt x="15835" y="4866"/>
                  <a:pt x="14797" y="4817"/>
                  <a:pt x="14044" y="4413"/>
                </a:cubicBezTo>
                <a:cubicBezTo>
                  <a:pt x="14014" y="4333"/>
                  <a:pt x="13990" y="4243"/>
                  <a:pt x="13973" y="4141"/>
                </a:cubicBezTo>
                <a:cubicBezTo>
                  <a:pt x="14004" y="4144"/>
                  <a:pt x="14031" y="4148"/>
                  <a:pt x="14059" y="4151"/>
                </a:cubicBezTo>
                <a:cubicBezTo>
                  <a:pt x="14580" y="4470"/>
                  <a:pt x="15623" y="4730"/>
                  <a:pt x="16492" y="4092"/>
                </a:cubicBezTo>
                <a:cubicBezTo>
                  <a:pt x="17126" y="3628"/>
                  <a:pt x="17505" y="2811"/>
                  <a:pt x="17505" y="1907"/>
                </a:cubicBezTo>
                <a:cubicBezTo>
                  <a:pt x="17505" y="1643"/>
                  <a:pt x="17290" y="1427"/>
                  <a:pt x="17025" y="1427"/>
                </a:cubicBezTo>
                <a:cubicBezTo>
                  <a:pt x="16761" y="1427"/>
                  <a:pt x="16546" y="1643"/>
                  <a:pt x="16546" y="1907"/>
                </a:cubicBezTo>
                <a:lnTo>
                  <a:pt x="16546" y="2024"/>
                </a:lnTo>
                <a:lnTo>
                  <a:pt x="16311" y="2024"/>
                </a:lnTo>
                <a:lnTo>
                  <a:pt x="16311" y="1907"/>
                </a:lnTo>
                <a:cubicBezTo>
                  <a:pt x="16311" y="1513"/>
                  <a:pt x="16631" y="1192"/>
                  <a:pt x="17025" y="1192"/>
                </a:cubicBezTo>
                <a:cubicBezTo>
                  <a:pt x="17419" y="1192"/>
                  <a:pt x="17740" y="1513"/>
                  <a:pt x="17740" y="1907"/>
                </a:cubicBezTo>
                <a:cubicBezTo>
                  <a:pt x="17740" y="2885"/>
                  <a:pt x="17325" y="3773"/>
                  <a:pt x="16631" y="4282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0423F-B7EF-7848-8C6C-5503B745FE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1" y="553616"/>
            <a:ext cx="8412057" cy="1945744"/>
          </a:xfrm>
        </p:spPr>
        <p:txBody>
          <a:bodyPr anchor="b">
            <a:noAutofit/>
          </a:bodyPr>
          <a:lstStyle>
            <a:lvl1pPr algn="l">
              <a:defRPr sz="5333" spc="-107" baseline="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CC53A-60A0-F740-8E06-61421EAF57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2682240"/>
            <a:ext cx="8412057" cy="609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MONTH 00, 0000  |  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5A740-0F78-404E-8D2B-CA4E32C87F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D1B5C-558A-7A43-A7F3-CC5277A30B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7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5920"/>
            <a:ext cx="10972800" cy="4267200"/>
          </a:xfrm>
        </p:spPr>
        <p:txBody>
          <a:bodyPr numCol="2" spcCol="274320"/>
          <a:lstStyle>
            <a:lvl1pPr marL="304792" indent="-304792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lvl1pPr>
            <a:lvl2pPr marL="536435">
              <a:defRPr sz="1467"/>
            </a:lvl2pPr>
            <a:lvl3pPr marL="755885">
              <a:defRPr sz="1333"/>
            </a:lvl3pPr>
            <a:lvl4pPr marL="987527">
              <a:defRPr sz="1200"/>
            </a:lvl4pPr>
            <a:lvl5pPr marL="1219170">
              <a:defRPr sz="1067"/>
            </a:lvl5pPr>
            <a:lvl6pPr marL="1450812">
              <a:defRPr/>
            </a:lvl6pPr>
            <a:lvl7pPr marL="1682454">
              <a:defRPr/>
            </a:lvl7pPr>
            <a:lvl8pPr marL="1901904">
              <a:defRPr/>
            </a:lvl8pPr>
            <a:lvl9pPr marL="2133547"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68565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04404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18650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>
            <a:lvl1pPr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>
            <a:normAutofit/>
          </a:bodyPr>
          <a:lstStyle>
            <a:lvl1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467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33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0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09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C7B7800-7190-394B-947C-B8A7D81D5A47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12297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336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FDCE18C-4FAF-B84F-8867-AB8B41FDCAC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8856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12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59B34E4-1128-6E4F-A42E-FF25BFC2E1DE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25757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91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140389-BD01-794D-86E4-AD478067964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8CE33-9527-7642-BB0E-6FDA3BC24ECF}"/>
              </a:ext>
            </a:extLst>
          </p:cNvPr>
          <p:cNvSpPr txBox="1"/>
          <p:nvPr userDrawn="1"/>
        </p:nvSpPr>
        <p:spPr>
          <a:xfrm>
            <a:off x="931524" y="13287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86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2151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73220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2006600"/>
            <a:ext cx="5181600" cy="3907367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7675" y="2006600"/>
            <a:ext cx="5181600" cy="3907367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8881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39287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621385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9111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Blue">
    <p:bg>
      <p:bgPr>
        <a:solidFill>
          <a:srgbClr val="006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175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66873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14062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Gray">
    <p:bg>
      <p:bgPr>
        <a:solidFill>
          <a:srgbClr val="888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94928BC-ACC1-F744-BDCA-844252C7B843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62698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6A3B-A09F-2F48-89B5-88F69CD0D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1BBA-E035-AC4A-9970-B27091D75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58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3FE97-439F-A649-87BE-06EB6810A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959489" y="6398996"/>
            <a:ext cx="1219200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53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006FCF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2pPr>
            <a:lvl3pPr marL="23469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3pPr>
            <a:lvl4pPr marL="454141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4pPr>
            <a:lvl5pPr marL="685783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5pPr>
            <a:lvl6pPr marL="917425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6pPr>
            <a:lvl7pPr marL="1136876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7pPr>
            <a:lvl8pPr marL="1368518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8pPr>
            <a:lvl9pPr marL="160016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E82B13-13AC-994D-B028-46AE92867D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D7505-3A56-974B-9FD0-1C9DD6BE9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0"/>
            <a:ext cx="2670048" cy="463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bg2"/>
                </a:solidFill>
              </a:defRPr>
            </a:lvl1pPr>
            <a:lvl2pPr marL="0" indent="-228594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Char char="▪"/>
              <a:defRPr sz="1333">
                <a:solidFill>
                  <a:schemeClr val="bg2"/>
                </a:solidFill>
              </a:defRPr>
            </a:lvl2pPr>
            <a:lvl3pPr marL="46328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3pPr>
            <a:lvl4pPr marL="682735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4pPr>
            <a:lvl5pPr marL="914377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5pPr>
            <a:lvl6pPr marL="1146019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6pPr>
            <a:lvl7pPr marL="1365470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7pPr>
            <a:lvl8pPr marL="1597112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8pPr>
            <a:lvl9pPr marL="182875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3192248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 userDrawn="1"/>
        </p:nvSpPr>
        <p:spPr bwMode="hidden">
          <a:xfrm>
            <a:off x="0" y="1436749"/>
            <a:ext cx="12192000" cy="5421252"/>
          </a:xfrm>
          <a:custGeom>
            <a:avLst/>
            <a:gdLst>
              <a:gd name="T0" fmla="*/ 946 w 19199"/>
              <a:gd name="T1" fmla="*/ 4165 h 8543"/>
              <a:gd name="T2" fmla="*/ 0 w 19199"/>
              <a:gd name="T3" fmla="*/ 5101 h 8543"/>
              <a:gd name="T4" fmla="*/ 285 w 19199"/>
              <a:gd name="T5" fmla="*/ 5150 h 8543"/>
              <a:gd name="T6" fmla="*/ 5087 w 19199"/>
              <a:gd name="T7" fmla="*/ 5007 h 8543"/>
              <a:gd name="T8" fmla="*/ 5087 w 19199"/>
              <a:gd name="T9" fmla="*/ 5242 h 8543"/>
              <a:gd name="T10" fmla="*/ 18942 w 19199"/>
              <a:gd name="T11" fmla="*/ 8543 h 8543"/>
              <a:gd name="T12" fmla="*/ 13742 w 19199"/>
              <a:gd name="T13" fmla="*/ 6947 h 8543"/>
              <a:gd name="T14" fmla="*/ 5087 w 19199"/>
              <a:gd name="T15" fmla="*/ 5604 h 8543"/>
              <a:gd name="T16" fmla="*/ 5087 w 19199"/>
              <a:gd name="T17" fmla="*/ 5839 h 8543"/>
              <a:gd name="T18" fmla="*/ 18041 w 19199"/>
              <a:gd name="T19" fmla="*/ 8543 h 8543"/>
              <a:gd name="T20" fmla="*/ 13742 w 19199"/>
              <a:gd name="T21" fmla="*/ 7544 h 8543"/>
              <a:gd name="T22" fmla="*/ 10691 w 19199"/>
              <a:gd name="T23" fmla="*/ 5474 h 8543"/>
              <a:gd name="T24" fmla="*/ 9229 w 19199"/>
              <a:gd name="T25" fmla="*/ 4165 h 8543"/>
              <a:gd name="T26" fmla="*/ 15758 w 19199"/>
              <a:gd name="T27" fmla="*/ 5619 h 8543"/>
              <a:gd name="T28" fmla="*/ 17025 w 19199"/>
              <a:gd name="T29" fmla="*/ 595 h 8543"/>
              <a:gd name="T30" fmla="*/ 17143 w 19199"/>
              <a:gd name="T31" fmla="*/ 1907 h 8543"/>
              <a:gd name="T32" fmla="*/ 16908 w 19199"/>
              <a:gd name="T33" fmla="*/ 1907 h 8543"/>
              <a:gd name="T34" fmla="*/ 17025 w 19199"/>
              <a:gd name="T35" fmla="*/ 831 h 8543"/>
              <a:gd name="T36" fmla="*/ 12144 w 19199"/>
              <a:gd name="T37" fmla="*/ 4880 h 8543"/>
              <a:gd name="T38" fmla="*/ 11681 w 19199"/>
              <a:gd name="T39" fmla="*/ 4709 h 8543"/>
              <a:gd name="T40" fmla="*/ 9929 w 19199"/>
              <a:gd name="T41" fmla="*/ 5452 h 8543"/>
              <a:gd name="T42" fmla="*/ 18698 w 19199"/>
              <a:gd name="T43" fmla="*/ 1907 h 8543"/>
              <a:gd name="T44" fmla="*/ 16729 w 19199"/>
              <a:gd name="T45" fmla="*/ 2940 h 8543"/>
              <a:gd name="T46" fmla="*/ 15402 w 19199"/>
              <a:gd name="T47" fmla="*/ 4122 h 8543"/>
              <a:gd name="T48" fmla="*/ 15608 w 19199"/>
              <a:gd name="T49" fmla="*/ 5049 h 8543"/>
              <a:gd name="T50" fmla="*/ 12290 w 19199"/>
              <a:gd name="T51" fmla="*/ 5696 h 8543"/>
              <a:gd name="T52" fmla="*/ 8973 w 19199"/>
              <a:gd name="T53" fmla="*/ 3745 h 8543"/>
              <a:gd name="T54" fmla="*/ 0 w 19199"/>
              <a:gd name="T55" fmla="*/ 4176 h 8543"/>
              <a:gd name="T56" fmla="*/ 1437 w 19199"/>
              <a:gd name="T57" fmla="*/ 3623 h 8543"/>
              <a:gd name="T58" fmla="*/ 9064 w 19199"/>
              <a:gd name="T59" fmla="*/ 5106 h 8543"/>
              <a:gd name="T60" fmla="*/ 8855 w 19199"/>
              <a:gd name="T61" fmla="*/ 3505 h 8543"/>
              <a:gd name="T62" fmla="*/ 11200 w 19199"/>
              <a:gd name="T63" fmla="*/ 4212 h 8543"/>
              <a:gd name="T64" fmla="*/ 13476 w 19199"/>
              <a:gd name="T65" fmla="*/ 3772 h 8543"/>
              <a:gd name="T66" fmla="*/ 15402 w 19199"/>
              <a:gd name="T67" fmla="*/ 3887 h 8543"/>
              <a:gd name="T68" fmla="*/ 17025 w 19199"/>
              <a:gd name="T69" fmla="*/ 0 h 8543"/>
              <a:gd name="T70" fmla="*/ 18934 w 19199"/>
              <a:gd name="T71" fmla="*/ 1907 h 8543"/>
              <a:gd name="T72" fmla="*/ 19199 w 19199"/>
              <a:gd name="T73" fmla="*/ 6150 h 8543"/>
              <a:gd name="T74" fmla="*/ 13742 w 19199"/>
              <a:gd name="T75" fmla="*/ 6575 h 8543"/>
              <a:gd name="T76" fmla="*/ 0 w 19199"/>
              <a:gd name="T77" fmla="*/ 5553 h 8543"/>
              <a:gd name="T78" fmla="*/ 0 w 19199"/>
              <a:gd name="T79" fmla="*/ 4528 h 8543"/>
              <a:gd name="T80" fmla="*/ 16631 w 19199"/>
              <a:gd name="T81" fmla="*/ 4282 h 8543"/>
              <a:gd name="T82" fmla="*/ 14059 w 19199"/>
              <a:gd name="T83" fmla="*/ 4151 h 8543"/>
              <a:gd name="T84" fmla="*/ 17025 w 19199"/>
              <a:gd name="T85" fmla="*/ 1427 h 8543"/>
              <a:gd name="T86" fmla="*/ 16311 w 19199"/>
              <a:gd name="T87" fmla="*/ 2024 h 8543"/>
              <a:gd name="T88" fmla="*/ 17740 w 19199"/>
              <a:gd name="T89" fmla="*/ 1907 h 8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199" h="8543">
                <a:moveTo>
                  <a:pt x="285" y="5150"/>
                </a:moveTo>
                <a:lnTo>
                  <a:pt x="285" y="5150"/>
                </a:lnTo>
                <a:cubicBezTo>
                  <a:pt x="565" y="4868"/>
                  <a:pt x="792" y="4537"/>
                  <a:pt x="946" y="4165"/>
                </a:cubicBezTo>
                <a:cubicBezTo>
                  <a:pt x="950" y="4123"/>
                  <a:pt x="954" y="4080"/>
                  <a:pt x="957" y="4036"/>
                </a:cubicBezTo>
                <a:cubicBezTo>
                  <a:pt x="860" y="4071"/>
                  <a:pt x="770" y="4123"/>
                  <a:pt x="681" y="4188"/>
                </a:cubicBezTo>
                <a:cubicBezTo>
                  <a:pt x="518" y="4537"/>
                  <a:pt x="284" y="4845"/>
                  <a:pt x="0" y="5101"/>
                </a:cubicBezTo>
                <a:lnTo>
                  <a:pt x="0" y="5267"/>
                </a:lnTo>
                <a:cubicBezTo>
                  <a:pt x="48" y="5247"/>
                  <a:pt x="96" y="5227"/>
                  <a:pt x="145" y="5207"/>
                </a:cubicBezTo>
                <a:cubicBezTo>
                  <a:pt x="191" y="5188"/>
                  <a:pt x="239" y="5169"/>
                  <a:pt x="285" y="5150"/>
                </a:cubicBezTo>
                <a:close/>
                <a:moveTo>
                  <a:pt x="13742" y="6947"/>
                </a:moveTo>
                <a:lnTo>
                  <a:pt x="13742" y="6947"/>
                </a:lnTo>
                <a:cubicBezTo>
                  <a:pt x="10070" y="6947"/>
                  <a:pt x="9296" y="5007"/>
                  <a:pt x="5087" y="5007"/>
                </a:cubicBezTo>
                <a:cubicBezTo>
                  <a:pt x="2649" y="5007"/>
                  <a:pt x="1364" y="5658"/>
                  <a:pt x="0" y="6206"/>
                </a:cubicBezTo>
                <a:lnTo>
                  <a:pt x="0" y="6459"/>
                </a:lnTo>
                <a:cubicBezTo>
                  <a:pt x="1385" y="5908"/>
                  <a:pt x="2654" y="5242"/>
                  <a:pt x="5087" y="5242"/>
                </a:cubicBezTo>
                <a:cubicBezTo>
                  <a:pt x="9241" y="5242"/>
                  <a:pt x="10001" y="7182"/>
                  <a:pt x="13742" y="7182"/>
                </a:cubicBezTo>
                <a:cubicBezTo>
                  <a:pt x="15262" y="7182"/>
                  <a:pt x="16685" y="6655"/>
                  <a:pt x="17770" y="5695"/>
                </a:cubicBezTo>
                <a:lnTo>
                  <a:pt x="18942" y="8543"/>
                </a:lnTo>
                <a:lnTo>
                  <a:pt x="19196" y="8543"/>
                </a:lnTo>
                <a:lnTo>
                  <a:pt x="17859" y="5293"/>
                </a:lnTo>
                <a:cubicBezTo>
                  <a:pt x="16659" y="6419"/>
                  <a:pt x="15293" y="6947"/>
                  <a:pt x="13742" y="6947"/>
                </a:cubicBezTo>
                <a:close/>
                <a:moveTo>
                  <a:pt x="13742" y="7544"/>
                </a:moveTo>
                <a:lnTo>
                  <a:pt x="13742" y="7544"/>
                </a:lnTo>
                <a:cubicBezTo>
                  <a:pt x="9914" y="7544"/>
                  <a:pt x="9144" y="5604"/>
                  <a:pt x="5087" y="5604"/>
                </a:cubicBezTo>
                <a:cubicBezTo>
                  <a:pt x="2673" y="5604"/>
                  <a:pt x="1423" y="6291"/>
                  <a:pt x="0" y="6847"/>
                </a:cubicBezTo>
                <a:lnTo>
                  <a:pt x="0" y="7099"/>
                </a:lnTo>
                <a:cubicBezTo>
                  <a:pt x="1450" y="6540"/>
                  <a:pt x="2690" y="5839"/>
                  <a:pt x="5087" y="5839"/>
                </a:cubicBezTo>
                <a:cubicBezTo>
                  <a:pt x="9078" y="5839"/>
                  <a:pt x="9860" y="7779"/>
                  <a:pt x="13742" y="7779"/>
                </a:cubicBezTo>
                <a:cubicBezTo>
                  <a:pt x="15003" y="7779"/>
                  <a:pt x="16217" y="7443"/>
                  <a:pt x="17262" y="6807"/>
                </a:cubicBezTo>
                <a:lnTo>
                  <a:pt x="18041" y="8543"/>
                </a:lnTo>
                <a:lnTo>
                  <a:pt x="18298" y="8543"/>
                </a:lnTo>
                <a:lnTo>
                  <a:pt x="17365" y="6463"/>
                </a:lnTo>
                <a:cubicBezTo>
                  <a:pt x="16290" y="7150"/>
                  <a:pt x="15133" y="7544"/>
                  <a:pt x="13742" y="7544"/>
                </a:cubicBezTo>
                <a:close/>
                <a:moveTo>
                  <a:pt x="10030" y="5207"/>
                </a:moveTo>
                <a:lnTo>
                  <a:pt x="10030" y="5207"/>
                </a:lnTo>
                <a:cubicBezTo>
                  <a:pt x="10251" y="5298"/>
                  <a:pt x="10470" y="5388"/>
                  <a:pt x="10691" y="5474"/>
                </a:cubicBezTo>
                <a:cubicBezTo>
                  <a:pt x="10170" y="5175"/>
                  <a:pt x="9747" y="4730"/>
                  <a:pt x="9494" y="4188"/>
                </a:cubicBezTo>
                <a:cubicBezTo>
                  <a:pt x="9405" y="4123"/>
                  <a:pt x="9315" y="4071"/>
                  <a:pt x="9218" y="4036"/>
                </a:cubicBezTo>
                <a:cubicBezTo>
                  <a:pt x="9221" y="4080"/>
                  <a:pt x="9225" y="4123"/>
                  <a:pt x="9229" y="4165"/>
                </a:cubicBezTo>
                <a:cubicBezTo>
                  <a:pt x="9383" y="4537"/>
                  <a:pt x="9610" y="4868"/>
                  <a:pt x="9889" y="5150"/>
                </a:cubicBezTo>
                <a:cubicBezTo>
                  <a:pt x="9936" y="5169"/>
                  <a:pt x="9984" y="5188"/>
                  <a:pt x="10030" y="5207"/>
                </a:cubicBezTo>
                <a:close/>
                <a:moveTo>
                  <a:pt x="15758" y="5619"/>
                </a:moveTo>
                <a:lnTo>
                  <a:pt x="15758" y="5619"/>
                </a:lnTo>
                <a:cubicBezTo>
                  <a:pt x="17300" y="4956"/>
                  <a:pt x="18337" y="3465"/>
                  <a:pt x="18337" y="1906"/>
                </a:cubicBezTo>
                <a:cubicBezTo>
                  <a:pt x="18337" y="1184"/>
                  <a:pt x="17748" y="595"/>
                  <a:pt x="17025" y="595"/>
                </a:cubicBezTo>
                <a:cubicBezTo>
                  <a:pt x="16302" y="595"/>
                  <a:pt x="15714" y="1184"/>
                  <a:pt x="15714" y="1907"/>
                </a:cubicBezTo>
                <a:cubicBezTo>
                  <a:pt x="15714" y="2301"/>
                  <a:pt x="16034" y="2621"/>
                  <a:pt x="16428" y="2621"/>
                </a:cubicBezTo>
                <a:cubicBezTo>
                  <a:pt x="16822" y="2621"/>
                  <a:pt x="17143" y="2301"/>
                  <a:pt x="17143" y="1907"/>
                </a:cubicBezTo>
                <a:lnTo>
                  <a:pt x="17143" y="1789"/>
                </a:lnTo>
                <a:lnTo>
                  <a:pt x="16908" y="1789"/>
                </a:lnTo>
                <a:lnTo>
                  <a:pt x="16908" y="1907"/>
                </a:lnTo>
                <a:cubicBezTo>
                  <a:pt x="16908" y="2171"/>
                  <a:pt x="16693" y="2386"/>
                  <a:pt x="16428" y="2386"/>
                </a:cubicBezTo>
                <a:cubicBezTo>
                  <a:pt x="16164" y="2386"/>
                  <a:pt x="15949" y="2171"/>
                  <a:pt x="15949" y="1907"/>
                </a:cubicBezTo>
                <a:cubicBezTo>
                  <a:pt x="15949" y="1313"/>
                  <a:pt x="16432" y="831"/>
                  <a:pt x="17025" y="831"/>
                </a:cubicBezTo>
                <a:cubicBezTo>
                  <a:pt x="17619" y="831"/>
                  <a:pt x="18101" y="1313"/>
                  <a:pt x="18101" y="1907"/>
                </a:cubicBezTo>
                <a:cubicBezTo>
                  <a:pt x="18101" y="3372"/>
                  <a:pt x="17122" y="4777"/>
                  <a:pt x="15665" y="5402"/>
                </a:cubicBezTo>
                <a:cubicBezTo>
                  <a:pt x="14383" y="5953"/>
                  <a:pt x="13067" y="5757"/>
                  <a:pt x="12144" y="4880"/>
                </a:cubicBezTo>
                <a:cubicBezTo>
                  <a:pt x="12122" y="4859"/>
                  <a:pt x="12090" y="4827"/>
                  <a:pt x="12055" y="4789"/>
                </a:cubicBezTo>
                <a:cubicBezTo>
                  <a:pt x="11944" y="4753"/>
                  <a:pt x="11822" y="4724"/>
                  <a:pt x="11681" y="4706"/>
                </a:cubicBezTo>
                <a:cubicBezTo>
                  <a:pt x="11681" y="4707"/>
                  <a:pt x="11681" y="4708"/>
                  <a:pt x="11681" y="4709"/>
                </a:cubicBezTo>
                <a:cubicBezTo>
                  <a:pt x="11809" y="4884"/>
                  <a:pt x="11957" y="5027"/>
                  <a:pt x="11982" y="5051"/>
                </a:cubicBezTo>
                <a:cubicBezTo>
                  <a:pt x="12967" y="5987"/>
                  <a:pt x="14376" y="6212"/>
                  <a:pt x="15758" y="5619"/>
                </a:cubicBezTo>
                <a:close/>
                <a:moveTo>
                  <a:pt x="9929" y="5452"/>
                </a:moveTo>
                <a:lnTo>
                  <a:pt x="9929" y="5452"/>
                </a:lnTo>
                <a:cubicBezTo>
                  <a:pt x="11036" y="5909"/>
                  <a:pt x="12082" y="6340"/>
                  <a:pt x="13742" y="6340"/>
                </a:cubicBezTo>
                <a:cubicBezTo>
                  <a:pt x="16475" y="6340"/>
                  <a:pt x="18698" y="4351"/>
                  <a:pt x="18698" y="1907"/>
                </a:cubicBezTo>
                <a:cubicBezTo>
                  <a:pt x="18698" y="984"/>
                  <a:pt x="17948" y="234"/>
                  <a:pt x="17025" y="234"/>
                </a:cubicBezTo>
                <a:cubicBezTo>
                  <a:pt x="16103" y="234"/>
                  <a:pt x="15352" y="984"/>
                  <a:pt x="15352" y="1907"/>
                </a:cubicBezTo>
                <a:cubicBezTo>
                  <a:pt x="15352" y="2621"/>
                  <a:pt x="16039" y="3140"/>
                  <a:pt x="16729" y="2940"/>
                </a:cubicBezTo>
                <a:lnTo>
                  <a:pt x="16989" y="2865"/>
                </a:lnTo>
                <a:lnTo>
                  <a:pt x="16867" y="3106"/>
                </a:lnTo>
                <a:cubicBezTo>
                  <a:pt x="16545" y="3743"/>
                  <a:pt x="15997" y="4122"/>
                  <a:pt x="15402" y="4122"/>
                </a:cubicBezTo>
                <a:cubicBezTo>
                  <a:pt x="14796" y="4122"/>
                  <a:pt x="14501" y="3910"/>
                  <a:pt x="13713" y="3891"/>
                </a:cubicBezTo>
                <a:cubicBezTo>
                  <a:pt x="13743" y="4648"/>
                  <a:pt x="14043" y="5144"/>
                  <a:pt x="14795" y="5028"/>
                </a:cubicBezTo>
                <a:cubicBezTo>
                  <a:pt x="15114" y="5082"/>
                  <a:pt x="15357" y="5079"/>
                  <a:pt x="15608" y="5049"/>
                </a:cubicBezTo>
                <a:cubicBezTo>
                  <a:pt x="15205" y="5214"/>
                  <a:pt x="14764" y="5305"/>
                  <a:pt x="14302" y="5305"/>
                </a:cubicBezTo>
                <a:cubicBezTo>
                  <a:pt x="12815" y="5305"/>
                  <a:pt x="12763" y="4493"/>
                  <a:pt x="11435" y="4449"/>
                </a:cubicBezTo>
                <a:cubicBezTo>
                  <a:pt x="11449" y="5468"/>
                  <a:pt x="11748" y="5575"/>
                  <a:pt x="12290" y="5696"/>
                </a:cubicBezTo>
                <a:cubicBezTo>
                  <a:pt x="12495" y="5830"/>
                  <a:pt x="12711" y="5942"/>
                  <a:pt x="12936" y="6030"/>
                </a:cubicBezTo>
                <a:cubicBezTo>
                  <a:pt x="12521" y="5997"/>
                  <a:pt x="12072" y="5921"/>
                  <a:pt x="11653" y="5747"/>
                </a:cubicBezTo>
                <a:cubicBezTo>
                  <a:pt x="10325" y="5235"/>
                  <a:pt x="10073" y="3837"/>
                  <a:pt x="8973" y="3745"/>
                </a:cubicBezTo>
                <a:cubicBezTo>
                  <a:pt x="8977" y="4614"/>
                  <a:pt x="9131" y="5122"/>
                  <a:pt x="9929" y="5452"/>
                </a:cubicBezTo>
                <a:close/>
                <a:moveTo>
                  <a:pt x="0" y="4176"/>
                </a:moveTo>
                <a:lnTo>
                  <a:pt x="0" y="4176"/>
                </a:lnTo>
                <a:cubicBezTo>
                  <a:pt x="347" y="3802"/>
                  <a:pt x="724" y="3505"/>
                  <a:pt x="1320" y="3505"/>
                </a:cubicBezTo>
                <a:lnTo>
                  <a:pt x="1437" y="3505"/>
                </a:lnTo>
                <a:lnTo>
                  <a:pt x="1437" y="3623"/>
                </a:lnTo>
                <a:cubicBezTo>
                  <a:pt x="1437" y="4083"/>
                  <a:pt x="1436" y="4655"/>
                  <a:pt x="1111" y="5106"/>
                </a:cubicBezTo>
                <a:cubicBezTo>
                  <a:pt x="2134" y="4721"/>
                  <a:pt x="3310" y="4400"/>
                  <a:pt x="5087" y="4400"/>
                </a:cubicBezTo>
                <a:cubicBezTo>
                  <a:pt x="6865" y="4400"/>
                  <a:pt x="8041" y="4721"/>
                  <a:pt x="9064" y="5106"/>
                </a:cubicBezTo>
                <a:cubicBezTo>
                  <a:pt x="8739" y="4655"/>
                  <a:pt x="8737" y="4083"/>
                  <a:pt x="8737" y="3623"/>
                </a:cubicBezTo>
                <a:lnTo>
                  <a:pt x="8737" y="3505"/>
                </a:lnTo>
                <a:lnTo>
                  <a:pt x="8855" y="3505"/>
                </a:lnTo>
                <a:cubicBezTo>
                  <a:pt x="10057" y="3505"/>
                  <a:pt x="10370" y="4714"/>
                  <a:pt x="11344" y="5329"/>
                </a:cubicBezTo>
                <a:cubicBezTo>
                  <a:pt x="11217" y="5043"/>
                  <a:pt x="11200" y="4685"/>
                  <a:pt x="11200" y="4329"/>
                </a:cubicBezTo>
                <a:lnTo>
                  <a:pt x="11200" y="4212"/>
                </a:lnTo>
                <a:lnTo>
                  <a:pt x="11317" y="4212"/>
                </a:lnTo>
                <a:cubicBezTo>
                  <a:pt x="12696" y="4212"/>
                  <a:pt x="12844" y="4912"/>
                  <a:pt x="13911" y="5046"/>
                </a:cubicBezTo>
                <a:cubicBezTo>
                  <a:pt x="13626" y="4796"/>
                  <a:pt x="13476" y="4355"/>
                  <a:pt x="13476" y="3772"/>
                </a:cubicBezTo>
                <a:lnTo>
                  <a:pt x="13476" y="3654"/>
                </a:lnTo>
                <a:lnTo>
                  <a:pt x="13593" y="3654"/>
                </a:lnTo>
                <a:cubicBezTo>
                  <a:pt x="14501" y="3654"/>
                  <a:pt x="14809" y="3887"/>
                  <a:pt x="15402" y="3887"/>
                </a:cubicBezTo>
                <a:cubicBezTo>
                  <a:pt x="15838" y="3887"/>
                  <a:pt x="16248" y="3640"/>
                  <a:pt x="16532" y="3214"/>
                </a:cubicBezTo>
                <a:cubicBezTo>
                  <a:pt x="15766" y="3274"/>
                  <a:pt x="15117" y="2667"/>
                  <a:pt x="15117" y="1907"/>
                </a:cubicBezTo>
                <a:cubicBezTo>
                  <a:pt x="15117" y="855"/>
                  <a:pt x="15973" y="0"/>
                  <a:pt x="17025" y="0"/>
                </a:cubicBezTo>
                <a:cubicBezTo>
                  <a:pt x="18077" y="0"/>
                  <a:pt x="18933" y="854"/>
                  <a:pt x="18934" y="1906"/>
                </a:cubicBezTo>
                <a:lnTo>
                  <a:pt x="18934" y="1906"/>
                </a:lnTo>
                <a:lnTo>
                  <a:pt x="18934" y="1907"/>
                </a:lnTo>
                <a:lnTo>
                  <a:pt x="18934" y="1907"/>
                </a:lnTo>
                <a:cubicBezTo>
                  <a:pt x="18933" y="2653"/>
                  <a:pt x="18737" y="3358"/>
                  <a:pt x="18390" y="3984"/>
                </a:cubicBezTo>
                <a:lnTo>
                  <a:pt x="19199" y="6150"/>
                </a:lnTo>
                <a:lnTo>
                  <a:pt x="19199" y="6821"/>
                </a:lnTo>
                <a:lnTo>
                  <a:pt x="18235" y="4241"/>
                </a:lnTo>
                <a:cubicBezTo>
                  <a:pt x="17336" y="5635"/>
                  <a:pt x="15659" y="6575"/>
                  <a:pt x="13742" y="6575"/>
                </a:cubicBezTo>
                <a:cubicBezTo>
                  <a:pt x="10162" y="6575"/>
                  <a:pt x="9391" y="4635"/>
                  <a:pt x="5087" y="4635"/>
                </a:cubicBezTo>
                <a:cubicBezTo>
                  <a:pt x="2636" y="4635"/>
                  <a:pt x="1331" y="5265"/>
                  <a:pt x="0" y="5807"/>
                </a:cubicBezTo>
                <a:lnTo>
                  <a:pt x="0" y="5553"/>
                </a:lnTo>
                <a:cubicBezTo>
                  <a:pt x="81" y="5519"/>
                  <a:pt x="163" y="5486"/>
                  <a:pt x="245" y="5452"/>
                </a:cubicBezTo>
                <a:cubicBezTo>
                  <a:pt x="1044" y="5122"/>
                  <a:pt x="1197" y="4613"/>
                  <a:pt x="1202" y="3745"/>
                </a:cubicBezTo>
                <a:cubicBezTo>
                  <a:pt x="678" y="3789"/>
                  <a:pt x="346" y="4129"/>
                  <a:pt x="0" y="4528"/>
                </a:cubicBezTo>
                <a:lnTo>
                  <a:pt x="0" y="4176"/>
                </a:lnTo>
                <a:close/>
                <a:moveTo>
                  <a:pt x="16631" y="4282"/>
                </a:moveTo>
                <a:lnTo>
                  <a:pt x="16631" y="4282"/>
                </a:lnTo>
                <a:cubicBezTo>
                  <a:pt x="15835" y="4866"/>
                  <a:pt x="14797" y="4817"/>
                  <a:pt x="14044" y="4413"/>
                </a:cubicBezTo>
                <a:cubicBezTo>
                  <a:pt x="14014" y="4333"/>
                  <a:pt x="13990" y="4243"/>
                  <a:pt x="13973" y="4141"/>
                </a:cubicBezTo>
                <a:cubicBezTo>
                  <a:pt x="14004" y="4144"/>
                  <a:pt x="14031" y="4148"/>
                  <a:pt x="14059" y="4151"/>
                </a:cubicBezTo>
                <a:cubicBezTo>
                  <a:pt x="14580" y="4470"/>
                  <a:pt x="15623" y="4730"/>
                  <a:pt x="16492" y="4092"/>
                </a:cubicBezTo>
                <a:cubicBezTo>
                  <a:pt x="17126" y="3628"/>
                  <a:pt x="17505" y="2811"/>
                  <a:pt x="17505" y="1907"/>
                </a:cubicBezTo>
                <a:cubicBezTo>
                  <a:pt x="17505" y="1643"/>
                  <a:pt x="17290" y="1427"/>
                  <a:pt x="17025" y="1427"/>
                </a:cubicBezTo>
                <a:cubicBezTo>
                  <a:pt x="16761" y="1427"/>
                  <a:pt x="16546" y="1643"/>
                  <a:pt x="16546" y="1907"/>
                </a:cubicBezTo>
                <a:lnTo>
                  <a:pt x="16546" y="2024"/>
                </a:lnTo>
                <a:lnTo>
                  <a:pt x="16311" y="2024"/>
                </a:lnTo>
                <a:lnTo>
                  <a:pt x="16311" y="1907"/>
                </a:lnTo>
                <a:cubicBezTo>
                  <a:pt x="16311" y="1513"/>
                  <a:pt x="16631" y="1192"/>
                  <a:pt x="17025" y="1192"/>
                </a:cubicBezTo>
                <a:cubicBezTo>
                  <a:pt x="17419" y="1192"/>
                  <a:pt x="17740" y="1513"/>
                  <a:pt x="17740" y="1907"/>
                </a:cubicBezTo>
                <a:cubicBezTo>
                  <a:pt x="17740" y="2885"/>
                  <a:pt x="17325" y="3773"/>
                  <a:pt x="16631" y="4282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0423F-B7EF-7848-8C6C-5503B745FE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1" y="553616"/>
            <a:ext cx="8412057" cy="1945744"/>
          </a:xfrm>
        </p:spPr>
        <p:txBody>
          <a:bodyPr anchor="b">
            <a:noAutofit/>
          </a:bodyPr>
          <a:lstStyle>
            <a:lvl1pPr algn="l">
              <a:defRPr sz="5333" spc="-107" baseline="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CC53A-60A0-F740-8E06-61421EAF57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2682240"/>
            <a:ext cx="8412057" cy="609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MONTH 00, 0000  |  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5A740-0F78-404E-8D2B-CA4E32C87F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D1B5C-558A-7A43-A7F3-CC5277A30B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0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5920"/>
            <a:ext cx="10972800" cy="4267200"/>
          </a:xfrm>
        </p:spPr>
        <p:txBody>
          <a:bodyPr numCol="2" spcCol="274320"/>
          <a:lstStyle>
            <a:lvl1pPr marL="304792" indent="-304792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lvl1pPr>
            <a:lvl2pPr marL="536435">
              <a:defRPr sz="1467"/>
            </a:lvl2pPr>
            <a:lvl3pPr marL="755885">
              <a:defRPr sz="1333"/>
            </a:lvl3pPr>
            <a:lvl4pPr marL="987527">
              <a:defRPr sz="1200"/>
            </a:lvl4pPr>
            <a:lvl5pPr marL="1219170">
              <a:defRPr sz="1067"/>
            </a:lvl5pPr>
            <a:lvl6pPr marL="1450812">
              <a:defRPr/>
            </a:lvl6pPr>
            <a:lvl7pPr marL="1682454">
              <a:defRPr/>
            </a:lvl7pPr>
            <a:lvl8pPr marL="1901904">
              <a:defRPr/>
            </a:lvl8pPr>
            <a:lvl9pPr marL="2133547"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62457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71825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59719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>
            <a:lvl1pPr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>
            <a:normAutofit/>
          </a:bodyPr>
          <a:lstStyle>
            <a:lvl1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467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33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0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85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C7B7800-7190-394B-947C-B8A7D81D5A47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016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495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FDCE18C-4FAF-B84F-8867-AB8B41FDCAC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10491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45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59B34E4-1128-6E4F-A42E-FF25BFC2E1DE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11649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30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140389-BD01-794D-86E4-AD478067964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8CE33-9527-7642-BB0E-6FDA3BC24ECF}"/>
              </a:ext>
            </a:extLst>
          </p:cNvPr>
          <p:cNvSpPr txBox="1"/>
          <p:nvPr userDrawn="1"/>
        </p:nvSpPr>
        <p:spPr>
          <a:xfrm>
            <a:off x="931524" y="13287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93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799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661268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2006600"/>
            <a:ext cx="5181600" cy="3907367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7675" y="2006600"/>
            <a:ext cx="5181600" cy="3907367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6811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11127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35145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35611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Blue">
    <p:bg>
      <p:bgPr>
        <a:solidFill>
          <a:srgbClr val="006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175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60985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93544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Gray">
    <p:bg>
      <p:bgPr>
        <a:solidFill>
          <a:srgbClr val="888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94928BC-ACC1-F744-BDCA-844252C7B843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74913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6A3B-A09F-2F48-89B5-88F69CD0D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1BBA-E035-AC4A-9970-B27091D75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55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3FE97-439F-A649-87BE-06EB6810A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959489" y="6398996"/>
            <a:ext cx="1219200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96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006FCF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2pPr>
            <a:lvl3pPr marL="23469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3pPr>
            <a:lvl4pPr marL="454141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4pPr>
            <a:lvl5pPr marL="685783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5pPr>
            <a:lvl6pPr marL="917425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6pPr>
            <a:lvl7pPr marL="1136876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7pPr>
            <a:lvl8pPr marL="1368518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8pPr>
            <a:lvl9pPr marL="160016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E82B13-13AC-994D-B028-46AE92867D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5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D7505-3A56-974B-9FD0-1C9DD6BE9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0"/>
            <a:ext cx="2670048" cy="463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bg2"/>
                </a:solidFill>
              </a:defRPr>
            </a:lvl1pPr>
            <a:lvl2pPr marL="0" indent="-228594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Char char="▪"/>
              <a:defRPr sz="1333">
                <a:solidFill>
                  <a:schemeClr val="bg2"/>
                </a:solidFill>
              </a:defRPr>
            </a:lvl2pPr>
            <a:lvl3pPr marL="46328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3pPr>
            <a:lvl4pPr marL="682735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4pPr>
            <a:lvl5pPr marL="914377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5pPr>
            <a:lvl6pPr marL="1146019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6pPr>
            <a:lvl7pPr marL="1365470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7pPr>
            <a:lvl8pPr marL="1597112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8pPr>
            <a:lvl9pPr marL="182875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72118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 userDrawn="1"/>
        </p:nvSpPr>
        <p:spPr bwMode="hidden">
          <a:xfrm>
            <a:off x="0" y="1436750"/>
            <a:ext cx="12192000" cy="5421252"/>
          </a:xfrm>
          <a:custGeom>
            <a:avLst/>
            <a:gdLst>
              <a:gd name="T0" fmla="*/ 946 w 19199"/>
              <a:gd name="T1" fmla="*/ 4165 h 8543"/>
              <a:gd name="T2" fmla="*/ 0 w 19199"/>
              <a:gd name="T3" fmla="*/ 5101 h 8543"/>
              <a:gd name="T4" fmla="*/ 285 w 19199"/>
              <a:gd name="T5" fmla="*/ 5150 h 8543"/>
              <a:gd name="T6" fmla="*/ 5087 w 19199"/>
              <a:gd name="T7" fmla="*/ 5007 h 8543"/>
              <a:gd name="T8" fmla="*/ 5087 w 19199"/>
              <a:gd name="T9" fmla="*/ 5242 h 8543"/>
              <a:gd name="T10" fmla="*/ 18942 w 19199"/>
              <a:gd name="T11" fmla="*/ 8543 h 8543"/>
              <a:gd name="T12" fmla="*/ 13742 w 19199"/>
              <a:gd name="T13" fmla="*/ 6947 h 8543"/>
              <a:gd name="T14" fmla="*/ 5087 w 19199"/>
              <a:gd name="T15" fmla="*/ 5604 h 8543"/>
              <a:gd name="T16" fmla="*/ 5087 w 19199"/>
              <a:gd name="T17" fmla="*/ 5839 h 8543"/>
              <a:gd name="T18" fmla="*/ 18041 w 19199"/>
              <a:gd name="T19" fmla="*/ 8543 h 8543"/>
              <a:gd name="T20" fmla="*/ 13742 w 19199"/>
              <a:gd name="T21" fmla="*/ 7544 h 8543"/>
              <a:gd name="T22" fmla="*/ 10691 w 19199"/>
              <a:gd name="T23" fmla="*/ 5474 h 8543"/>
              <a:gd name="T24" fmla="*/ 9229 w 19199"/>
              <a:gd name="T25" fmla="*/ 4165 h 8543"/>
              <a:gd name="T26" fmla="*/ 15758 w 19199"/>
              <a:gd name="T27" fmla="*/ 5619 h 8543"/>
              <a:gd name="T28" fmla="*/ 17025 w 19199"/>
              <a:gd name="T29" fmla="*/ 595 h 8543"/>
              <a:gd name="T30" fmla="*/ 17143 w 19199"/>
              <a:gd name="T31" fmla="*/ 1907 h 8543"/>
              <a:gd name="T32" fmla="*/ 16908 w 19199"/>
              <a:gd name="T33" fmla="*/ 1907 h 8543"/>
              <a:gd name="T34" fmla="*/ 17025 w 19199"/>
              <a:gd name="T35" fmla="*/ 831 h 8543"/>
              <a:gd name="T36" fmla="*/ 12144 w 19199"/>
              <a:gd name="T37" fmla="*/ 4880 h 8543"/>
              <a:gd name="T38" fmla="*/ 11681 w 19199"/>
              <a:gd name="T39" fmla="*/ 4709 h 8543"/>
              <a:gd name="T40" fmla="*/ 9929 w 19199"/>
              <a:gd name="T41" fmla="*/ 5452 h 8543"/>
              <a:gd name="T42" fmla="*/ 18698 w 19199"/>
              <a:gd name="T43" fmla="*/ 1907 h 8543"/>
              <a:gd name="T44" fmla="*/ 16729 w 19199"/>
              <a:gd name="T45" fmla="*/ 2940 h 8543"/>
              <a:gd name="T46" fmla="*/ 15402 w 19199"/>
              <a:gd name="T47" fmla="*/ 4122 h 8543"/>
              <a:gd name="T48" fmla="*/ 15608 w 19199"/>
              <a:gd name="T49" fmla="*/ 5049 h 8543"/>
              <a:gd name="T50" fmla="*/ 12290 w 19199"/>
              <a:gd name="T51" fmla="*/ 5696 h 8543"/>
              <a:gd name="T52" fmla="*/ 8973 w 19199"/>
              <a:gd name="T53" fmla="*/ 3745 h 8543"/>
              <a:gd name="T54" fmla="*/ 0 w 19199"/>
              <a:gd name="T55" fmla="*/ 4176 h 8543"/>
              <a:gd name="T56" fmla="*/ 1437 w 19199"/>
              <a:gd name="T57" fmla="*/ 3623 h 8543"/>
              <a:gd name="T58" fmla="*/ 9064 w 19199"/>
              <a:gd name="T59" fmla="*/ 5106 h 8543"/>
              <a:gd name="T60" fmla="*/ 8855 w 19199"/>
              <a:gd name="T61" fmla="*/ 3505 h 8543"/>
              <a:gd name="T62" fmla="*/ 11200 w 19199"/>
              <a:gd name="T63" fmla="*/ 4212 h 8543"/>
              <a:gd name="T64" fmla="*/ 13476 w 19199"/>
              <a:gd name="T65" fmla="*/ 3772 h 8543"/>
              <a:gd name="T66" fmla="*/ 15402 w 19199"/>
              <a:gd name="T67" fmla="*/ 3887 h 8543"/>
              <a:gd name="T68" fmla="*/ 17025 w 19199"/>
              <a:gd name="T69" fmla="*/ 0 h 8543"/>
              <a:gd name="T70" fmla="*/ 18934 w 19199"/>
              <a:gd name="T71" fmla="*/ 1907 h 8543"/>
              <a:gd name="T72" fmla="*/ 19199 w 19199"/>
              <a:gd name="T73" fmla="*/ 6150 h 8543"/>
              <a:gd name="T74" fmla="*/ 13742 w 19199"/>
              <a:gd name="T75" fmla="*/ 6575 h 8543"/>
              <a:gd name="T76" fmla="*/ 0 w 19199"/>
              <a:gd name="T77" fmla="*/ 5553 h 8543"/>
              <a:gd name="T78" fmla="*/ 0 w 19199"/>
              <a:gd name="T79" fmla="*/ 4528 h 8543"/>
              <a:gd name="T80" fmla="*/ 16631 w 19199"/>
              <a:gd name="T81" fmla="*/ 4282 h 8543"/>
              <a:gd name="T82" fmla="*/ 14059 w 19199"/>
              <a:gd name="T83" fmla="*/ 4151 h 8543"/>
              <a:gd name="T84" fmla="*/ 17025 w 19199"/>
              <a:gd name="T85" fmla="*/ 1427 h 8543"/>
              <a:gd name="T86" fmla="*/ 16311 w 19199"/>
              <a:gd name="T87" fmla="*/ 2024 h 8543"/>
              <a:gd name="T88" fmla="*/ 17740 w 19199"/>
              <a:gd name="T89" fmla="*/ 1907 h 8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199" h="8543">
                <a:moveTo>
                  <a:pt x="285" y="5150"/>
                </a:moveTo>
                <a:lnTo>
                  <a:pt x="285" y="5150"/>
                </a:lnTo>
                <a:cubicBezTo>
                  <a:pt x="565" y="4868"/>
                  <a:pt x="792" y="4537"/>
                  <a:pt x="946" y="4165"/>
                </a:cubicBezTo>
                <a:cubicBezTo>
                  <a:pt x="950" y="4123"/>
                  <a:pt x="954" y="4080"/>
                  <a:pt x="957" y="4036"/>
                </a:cubicBezTo>
                <a:cubicBezTo>
                  <a:pt x="860" y="4071"/>
                  <a:pt x="770" y="4123"/>
                  <a:pt x="681" y="4188"/>
                </a:cubicBezTo>
                <a:cubicBezTo>
                  <a:pt x="518" y="4537"/>
                  <a:pt x="284" y="4845"/>
                  <a:pt x="0" y="5101"/>
                </a:cubicBezTo>
                <a:lnTo>
                  <a:pt x="0" y="5267"/>
                </a:lnTo>
                <a:cubicBezTo>
                  <a:pt x="48" y="5247"/>
                  <a:pt x="96" y="5227"/>
                  <a:pt x="145" y="5207"/>
                </a:cubicBezTo>
                <a:cubicBezTo>
                  <a:pt x="191" y="5188"/>
                  <a:pt x="239" y="5169"/>
                  <a:pt x="285" y="5150"/>
                </a:cubicBezTo>
                <a:close/>
                <a:moveTo>
                  <a:pt x="13742" y="6947"/>
                </a:moveTo>
                <a:lnTo>
                  <a:pt x="13742" y="6947"/>
                </a:lnTo>
                <a:cubicBezTo>
                  <a:pt x="10070" y="6947"/>
                  <a:pt x="9296" y="5007"/>
                  <a:pt x="5087" y="5007"/>
                </a:cubicBezTo>
                <a:cubicBezTo>
                  <a:pt x="2649" y="5007"/>
                  <a:pt x="1364" y="5658"/>
                  <a:pt x="0" y="6206"/>
                </a:cubicBezTo>
                <a:lnTo>
                  <a:pt x="0" y="6459"/>
                </a:lnTo>
                <a:cubicBezTo>
                  <a:pt x="1385" y="5908"/>
                  <a:pt x="2654" y="5242"/>
                  <a:pt x="5087" y="5242"/>
                </a:cubicBezTo>
                <a:cubicBezTo>
                  <a:pt x="9241" y="5242"/>
                  <a:pt x="10001" y="7182"/>
                  <a:pt x="13742" y="7182"/>
                </a:cubicBezTo>
                <a:cubicBezTo>
                  <a:pt x="15262" y="7182"/>
                  <a:pt x="16685" y="6655"/>
                  <a:pt x="17770" y="5695"/>
                </a:cubicBezTo>
                <a:lnTo>
                  <a:pt x="18942" y="8543"/>
                </a:lnTo>
                <a:lnTo>
                  <a:pt x="19196" y="8543"/>
                </a:lnTo>
                <a:lnTo>
                  <a:pt x="17859" y="5293"/>
                </a:lnTo>
                <a:cubicBezTo>
                  <a:pt x="16659" y="6419"/>
                  <a:pt x="15293" y="6947"/>
                  <a:pt x="13742" y="6947"/>
                </a:cubicBezTo>
                <a:close/>
                <a:moveTo>
                  <a:pt x="13742" y="7544"/>
                </a:moveTo>
                <a:lnTo>
                  <a:pt x="13742" y="7544"/>
                </a:lnTo>
                <a:cubicBezTo>
                  <a:pt x="9914" y="7544"/>
                  <a:pt x="9144" y="5604"/>
                  <a:pt x="5087" y="5604"/>
                </a:cubicBezTo>
                <a:cubicBezTo>
                  <a:pt x="2673" y="5604"/>
                  <a:pt x="1423" y="6291"/>
                  <a:pt x="0" y="6847"/>
                </a:cubicBezTo>
                <a:lnTo>
                  <a:pt x="0" y="7099"/>
                </a:lnTo>
                <a:cubicBezTo>
                  <a:pt x="1450" y="6540"/>
                  <a:pt x="2690" y="5839"/>
                  <a:pt x="5087" y="5839"/>
                </a:cubicBezTo>
                <a:cubicBezTo>
                  <a:pt x="9078" y="5839"/>
                  <a:pt x="9860" y="7779"/>
                  <a:pt x="13742" y="7779"/>
                </a:cubicBezTo>
                <a:cubicBezTo>
                  <a:pt x="15003" y="7779"/>
                  <a:pt x="16217" y="7443"/>
                  <a:pt x="17262" y="6807"/>
                </a:cubicBezTo>
                <a:lnTo>
                  <a:pt x="18041" y="8543"/>
                </a:lnTo>
                <a:lnTo>
                  <a:pt x="18298" y="8543"/>
                </a:lnTo>
                <a:lnTo>
                  <a:pt x="17365" y="6463"/>
                </a:lnTo>
                <a:cubicBezTo>
                  <a:pt x="16290" y="7150"/>
                  <a:pt x="15133" y="7544"/>
                  <a:pt x="13742" y="7544"/>
                </a:cubicBezTo>
                <a:close/>
                <a:moveTo>
                  <a:pt x="10030" y="5207"/>
                </a:moveTo>
                <a:lnTo>
                  <a:pt x="10030" y="5207"/>
                </a:lnTo>
                <a:cubicBezTo>
                  <a:pt x="10251" y="5298"/>
                  <a:pt x="10470" y="5388"/>
                  <a:pt x="10691" y="5474"/>
                </a:cubicBezTo>
                <a:cubicBezTo>
                  <a:pt x="10170" y="5175"/>
                  <a:pt x="9747" y="4730"/>
                  <a:pt x="9494" y="4188"/>
                </a:cubicBezTo>
                <a:cubicBezTo>
                  <a:pt x="9405" y="4123"/>
                  <a:pt x="9315" y="4071"/>
                  <a:pt x="9218" y="4036"/>
                </a:cubicBezTo>
                <a:cubicBezTo>
                  <a:pt x="9221" y="4080"/>
                  <a:pt x="9225" y="4123"/>
                  <a:pt x="9229" y="4165"/>
                </a:cubicBezTo>
                <a:cubicBezTo>
                  <a:pt x="9383" y="4537"/>
                  <a:pt x="9610" y="4868"/>
                  <a:pt x="9889" y="5150"/>
                </a:cubicBezTo>
                <a:cubicBezTo>
                  <a:pt x="9936" y="5169"/>
                  <a:pt x="9984" y="5188"/>
                  <a:pt x="10030" y="5207"/>
                </a:cubicBezTo>
                <a:close/>
                <a:moveTo>
                  <a:pt x="15758" y="5619"/>
                </a:moveTo>
                <a:lnTo>
                  <a:pt x="15758" y="5619"/>
                </a:lnTo>
                <a:cubicBezTo>
                  <a:pt x="17300" y="4956"/>
                  <a:pt x="18337" y="3465"/>
                  <a:pt x="18337" y="1906"/>
                </a:cubicBezTo>
                <a:cubicBezTo>
                  <a:pt x="18337" y="1184"/>
                  <a:pt x="17748" y="595"/>
                  <a:pt x="17025" y="595"/>
                </a:cubicBezTo>
                <a:cubicBezTo>
                  <a:pt x="16302" y="595"/>
                  <a:pt x="15714" y="1184"/>
                  <a:pt x="15714" y="1907"/>
                </a:cubicBezTo>
                <a:cubicBezTo>
                  <a:pt x="15714" y="2301"/>
                  <a:pt x="16034" y="2621"/>
                  <a:pt x="16428" y="2621"/>
                </a:cubicBezTo>
                <a:cubicBezTo>
                  <a:pt x="16822" y="2621"/>
                  <a:pt x="17143" y="2301"/>
                  <a:pt x="17143" y="1907"/>
                </a:cubicBezTo>
                <a:lnTo>
                  <a:pt x="17143" y="1789"/>
                </a:lnTo>
                <a:lnTo>
                  <a:pt x="16908" y="1789"/>
                </a:lnTo>
                <a:lnTo>
                  <a:pt x="16908" y="1907"/>
                </a:lnTo>
                <a:cubicBezTo>
                  <a:pt x="16908" y="2171"/>
                  <a:pt x="16693" y="2386"/>
                  <a:pt x="16428" y="2386"/>
                </a:cubicBezTo>
                <a:cubicBezTo>
                  <a:pt x="16164" y="2386"/>
                  <a:pt x="15949" y="2171"/>
                  <a:pt x="15949" y="1907"/>
                </a:cubicBezTo>
                <a:cubicBezTo>
                  <a:pt x="15949" y="1313"/>
                  <a:pt x="16432" y="831"/>
                  <a:pt x="17025" y="831"/>
                </a:cubicBezTo>
                <a:cubicBezTo>
                  <a:pt x="17619" y="831"/>
                  <a:pt x="18101" y="1313"/>
                  <a:pt x="18101" y="1907"/>
                </a:cubicBezTo>
                <a:cubicBezTo>
                  <a:pt x="18101" y="3372"/>
                  <a:pt x="17122" y="4777"/>
                  <a:pt x="15665" y="5402"/>
                </a:cubicBezTo>
                <a:cubicBezTo>
                  <a:pt x="14383" y="5953"/>
                  <a:pt x="13067" y="5757"/>
                  <a:pt x="12144" y="4880"/>
                </a:cubicBezTo>
                <a:cubicBezTo>
                  <a:pt x="12122" y="4859"/>
                  <a:pt x="12090" y="4827"/>
                  <a:pt x="12055" y="4789"/>
                </a:cubicBezTo>
                <a:cubicBezTo>
                  <a:pt x="11944" y="4753"/>
                  <a:pt x="11822" y="4724"/>
                  <a:pt x="11681" y="4706"/>
                </a:cubicBezTo>
                <a:cubicBezTo>
                  <a:pt x="11681" y="4707"/>
                  <a:pt x="11681" y="4708"/>
                  <a:pt x="11681" y="4709"/>
                </a:cubicBezTo>
                <a:cubicBezTo>
                  <a:pt x="11809" y="4884"/>
                  <a:pt x="11957" y="5027"/>
                  <a:pt x="11982" y="5051"/>
                </a:cubicBezTo>
                <a:cubicBezTo>
                  <a:pt x="12967" y="5987"/>
                  <a:pt x="14376" y="6212"/>
                  <a:pt x="15758" y="5619"/>
                </a:cubicBezTo>
                <a:close/>
                <a:moveTo>
                  <a:pt x="9929" y="5452"/>
                </a:moveTo>
                <a:lnTo>
                  <a:pt x="9929" y="5452"/>
                </a:lnTo>
                <a:cubicBezTo>
                  <a:pt x="11036" y="5909"/>
                  <a:pt x="12082" y="6340"/>
                  <a:pt x="13742" y="6340"/>
                </a:cubicBezTo>
                <a:cubicBezTo>
                  <a:pt x="16475" y="6340"/>
                  <a:pt x="18698" y="4351"/>
                  <a:pt x="18698" y="1907"/>
                </a:cubicBezTo>
                <a:cubicBezTo>
                  <a:pt x="18698" y="984"/>
                  <a:pt x="17948" y="234"/>
                  <a:pt x="17025" y="234"/>
                </a:cubicBezTo>
                <a:cubicBezTo>
                  <a:pt x="16103" y="234"/>
                  <a:pt x="15352" y="984"/>
                  <a:pt x="15352" y="1907"/>
                </a:cubicBezTo>
                <a:cubicBezTo>
                  <a:pt x="15352" y="2621"/>
                  <a:pt x="16039" y="3140"/>
                  <a:pt x="16729" y="2940"/>
                </a:cubicBezTo>
                <a:lnTo>
                  <a:pt x="16989" y="2865"/>
                </a:lnTo>
                <a:lnTo>
                  <a:pt x="16867" y="3106"/>
                </a:lnTo>
                <a:cubicBezTo>
                  <a:pt x="16545" y="3743"/>
                  <a:pt x="15997" y="4122"/>
                  <a:pt x="15402" y="4122"/>
                </a:cubicBezTo>
                <a:cubicBezTo>
                  <a:pt x="14796" y="4122"/>
                  <a:pt x="14501" y="3910"/>
                  <a:pt x="13713" y="3891"/>
                </a:cubicBezTo>
                <a:cubicBezTo>
                  <a:pt x="13743" y="4648"/>
                  <a:pt x="14043" y="5144"/>
                  <a:pt x="14795" y="5028"/>
                </a:cubicBezTo>
                <a:cubicBezTo>
                  <a:pt x="15114" y="5082"/>
                  <a:pt x="15357" y="5079"/>
                  <a:pt x="15608" y="5049"/>
                </a:cubicBezTo>
                <a:cubicBezTo>
                  <a:pt x="15205" y="5214"/>
                  <a:pt x="14764" y="5305"/>
                  <a:pt x="14302" y="5305"/>
                </a:cubicBezTo>
                <a:cubicBezTo>
                  <a:pt x="12815" y="5305"/>
                  <a:pt x="12763" y="4493"/>
                  <a:pt x="11435" y="4449"/>
                </a:cubicBezTo>
                <a:cubicBezTo>
                  <a:pt x="11449" y="5468"/>
                  <a:pt x="11748" y="5575"/>
                  <a:pt x="12290" y="5696"/>
                </a:cubicBezTo>
                <a:cubicBezTo>
                  <a:pt x="12495" y="5830"/>
                  <a:pt x="12711" y="5942"/>
                  <a:pt x="12936" y="6030"/>
                </a:cubicBezTo>
                <a:cubicBezTo>
                  <a:pt x="12521" y="5997"/>
                  <a:pt x="12072" y="5921"/>
                  <a:pt x="11653" y="5747"/>
                </a:cubicBezTo>
                <a:cubicBezTo>
                  <a:pt x="10325" y="5235"/>
                  <a:pt x="10073" y="3837"/>
                  <a:pt x="8973" y="3745"/>
                </a:cubicBezTo>
                <a:cubicBezTo>
                  <a:pt x="8977" y="4614"/>
                  <a:pt x="9131" y="5122"/>
                  <a:pt x="9929" y="5452"/>
                </a:cubicBezTo>
                <a:close/>
                <a:moveTo>
                  <a:pt x="0" y="4176"/>
                </a:moveTo>
                <a:lnTo>
                  <a:pt x="0" y="4176"/>
                </a:lnTo>
                <a:cubicBezTo>
                  <a:pt x="347" y="3802"/>
                  <a:pt x="724" y="3505"/>
                  <a:pt x="1320" y="3505"/>
                </a:cubicBezTo>
                <a:lnTo>
                  <a:pt x="1437" y="3505"/>
                </a:lnTo>
                <a:lnTo>
                  <a:pt x="1437" y="3623"/>
                </a:lnTo>
                <a:cubicBezTo>
                  <a:pt x="1437" y="4083"/>
                  <a:pt x="1436" y="4655"/>
                  <a:pt x="1111" y="5106"/>
                </a:cubicBezTo>
                <a:cubicBezTo>
                  <a:pt x="2134" y="4721"/>
                  <a:pt x="3310" y="4400"/>
                  <a:pt x="5087" y="4400"/>
                </a:cubicBezTo>
                <a:cubicBezTo>
                  <a:pt x="6865" y="4400"/>
                  <a:pt x="8041" y="4721"/>
                  <a:pt x="9064" y="5106"/>
                </a:cubicBezTo>
                <a:cubicBezTo>
                  <a:pt x="8739" y="4655"/>
                  <a:pt x="8737" y="4083"/>
                  <a:pt x="8737" y="3623"/>
                </a:cubicBezTo>
                <a:lnTo>
                  <a:pt x="8737" y="3505"/>
                </a:lnTo>
                <a:lnTo>
                  <a:pt x="8855" y="3505"/>
                </a:lnTo>
                <a:cubicBezTo>
                  <a:pt x="10057" y="3505"/>
                  <a:pt x="10370" y="4714"/>
                  <a:pt x="11344" y="5329"/>
                </a:cubicBezTo>
                <a:cubicBezTo>
                  <a:pt x="11217" y="5043"/>
                  <a:pt x="11200" y="4685"/>
                  <a:pt x="11200" y="4329"/>
                </a:cubicBezTo>
                <a:lnTo>
                  <a:pt x="11200" y="4212"/>
                </a:lnTo>
                <a:lnTo>
                  <a:pt x="11317" y="4212"/>
                </a:lnTo>
                <a:cubicBezTo>
                  <a:pt x="12696" y="4212"/>
                  <a:pt x="12844" y="4912"/>
                  <a:pt x="13911" y="5046"/>
                </a:cubicBezTo>
                <a:cubicBezTo>
                  <a:pt x="13626" y="4796"/>
                  <a:pt x="13476" y="4355"/>
                  <a:pt x="13476" y="3772"/>
                </a:cubicBezTo>
                <a:lnTo>
                  <a:pt x="13476" y="3654"/>
                </a:lnTo>
                <a:lnTo>
                  <a:pt x="13593" y="3654"/>
                </a:lnTo>
                <a:cubicBezTo>
                  <a:pt x="14501" y="3654"/>
                  <a:pt x="14809" y="3887"/>
                  <a:pt x="15402" y="3887"/>
                </a:cubicBezTo>
                <a:cubicBezTo>
                  <a:pt x="15838" y="3887"/>
                  <a:pt x="16248" y="3640"/>
                  <a:pt x="16532" y="3214"/>
                </a:cubicBezTo>
                <a:cubicBezTo>
                  <a:pt x="15766" y="3274"/>
                  <a:pt x="15117" y="2667"/>
                  <a:pt x="15117" y="1907"/>
                </a:cubicBezTo>
                <a:cubicBezTo>
                  <a:pt x="15117" y="855"/>
                  <a:pt x="15973" y="0"/>
                  <a:pt x="17025" y="0"/>
                </a:cubicBezTo>
                <a:cubicBezTo>
                  <a:pt x="18077" y="0"/>
                  <a:pt x="18933" y="854"/>
                  <a:pt x="18934" y="1906"/>
                </a:cubicBezTo>
                <a:lnTo>
                  <a:pt x="18934" y="1906"/>
                </a:lnTo>
                <a:lnTo>
                  <a:pt x="18934" y="1907"/>
                </a:lnTo>
                <a:lnTo>
                  <a:pt x="18934" y="1907"/>
                </a:lnTo>
                <a:cubicBezTo>
                  <a:pt x="18933" y="2653"/>
                  <a:pt x="18737" y="3358"/>
                  <a:pt x="18390" y="3984"/>
                </a:cubicBezTo>
                <a:lnTo>
                  <a:pt x="19199" y="6150"/>
                </a:lnTo>
                <a:lnTo>
                  <a:pt x="19199" y="6821"/>
                </a:lnTo>
                <a:lnTo>
                  <a:pt x="18235" y="4241"/>
                </a:lnTo>
                <a:cubicBezTo>
                  <a:pt x="17336" y="5635"/>
                  <a:pt x="15659" y="6575"/>
                  <a:pt x="13742" y="6575"/>
                </a:cubicBezTo>
                <a:cubicBezTo>
                  <a:pt x="10162" y="6575"/>
                  <a:pt x="9391" y="4635"/>
                  <a:pt x="5087" y="4635"/>
                </a:cubicBezTo>
                <a:cubicBezTo>
                  <a:pt x="2636" y="4635"/>
                  <a:pt x="1331" y="5265"/>
                  <a:pt x="0" y="5807"/>
                </a:cubicBezTo>
                <a:lnTo>
                  <a:pt x="0" y="5553"/>
                </a:lnTo>
                <a:cubicBezTo>
                  <a:pt x="81" y="5519"/>
                  <a:pt x="163" y="5486"/>
                  <a:pt x="245" y="5452"/>
                </a:cubicBezTo>
                <a:cubicBezTo>
                  <a:pt x="1044" y="5122"/>
                  <a:pt x="1197" y="4613"/>
                  <a:pt x="1202" y="3745"/>
                </a:cubicBezTo>
                <a:cubicBezTo>
                  <a:pt x="678" y="3789"/>
                  <a:pt x="346" y="4129"/>
                  <a:pt x="0" y="4528"/>
                </a:cubicBezTo>
                <a:lnTo>
                  <a:pt x="0" y="4176"/>
                </a:lnTo>
                <a:close/>
                <a:moveTo>
                  <a:pt x="16631" y="4282"/>
                </a:moveTo>
                <a:lnTo>
                  <a:pt x="16631" y="4282"/>
                </a:lnTo>
                <a:cubicBezTo>
                  <a:pt x="15835" y="4866"/>
                  <a:pt x="14797" y="4817"/>
                  <a:pt x="14044" y="4413"/>
                </a:cubicBezTo>
                <a:cubicBezTo>
                  <a:pt x="14014" y="4333"/>
                  <a:pt x="13990" y="4243"/>
                  <a:pt x="13973" y="4141"/>
                </a:cubicBezTo>
                <a:cubicBezTo>
                  <a:pt x="14004" y="4144"/>
                  <a:pt x="14031" y="4148"/>
                  <a:pt x="14059" y="4151"/>
                </a:cubicBezTo>
                <a:cubicBezTo>
                  <a:pt x="14580" y="4470"/>
                  <a:pt x="15623" y="4730"/>
                  <a:pt x="16492" y="4092"/>
                </a:cubicBezTo>
                <a:cubicBezTo>
                  <a:pt x="17126" y="3628"/>
                  <a:pt x="17505" y="2811"/>
                  <a:pt x="17505" y="1907"/>
                </a:cubicBezTo>
                <a:cubicBezTo>
                  <a:pt x="17505" y="1643"/>
                  <a:pt x="17290" y="1427"/>
                  <a:pt x="17025" y="1427"/>
                </a:cubicBezTo>
                <a:cubicBezTo>
                  <a:pt x="16761" y="1427"/>
                  <a:pt x="16546" y="1643"/>
                  <a:pt x="16546" y="1907"/>
                </a:cubicBezTo>
                <a:lnTo>
                  <a:pt x="16546" y="2024"/>
                </a:lnTo>
                <a:lnTo>
                  <a:pt x="16311" y="2024"/>
                </a:lnTo>
                <a:lnTo>
                  <a:pt x="16311" y="1907"/>
                </a:lnTo>
                <a:cubicBezTo>
                  <a:pt x="16311" y="1513"/>
                  <a:pt x="16631" y="1192"/>
                  <a:pt x="17025" y="1192"/>
                </a:cubicBezTo>
                <a:cubicBezTo>
                  <a:pt x="17419" y="1192"/>
                  <a:pt x="17740" y="1513"/>
                  <a:pt x="17740" y="1907"/>
                </a:cubicBezTo>
                <a:cubicBezTo>
                  <a:pt x="17740" y="2885"/>
                  <a:pt x="17325" y="3773"/>
                  <a:pt x="16631" y="4282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53565A"/>
              </a:solidFill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0423F-B7EF-7848-8C6C-5503B745FE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1" y="553616"/>
            <a:ext cx="8412059" cy="1945744"/>
          </a:xfrm>
        </p:spPr>
        <p:txBody>
          <a:bodyPr anchor="b">
            <a:noAutofit/>
          </a:bodyPr>
          <a:lstStyle>
            <a:lvl1pPr algn="l">
              <a:defRPr sz="5333" spc="-107" baseline="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CC53A-60A0-F740-8E06-61421EAF57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2682240"/>
            <a:ext cx="8412059" cy="609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MONTH 00, 0000  |  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5A740-0F78-404E-8D2B-CA4E32C87F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8" y="6042362"/>
            <a:ext cx="2670049" cy="463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D1B5C-558A-7A43-A7F3-CC5277A30B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9" y="5907195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5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5920"/>
            <a:ext cx="10972800" cy="4267200"/>
          </a:xfrm>
        </p:spPr>
        <p:txBody>
          <a:bodyPr numCol="2" spcCol="274320"/>
          <a:lstStyle>
            <a:lvl1pPr marL="304798" indent="-304798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lvl1pPr>
            <a:lvl2pPr marL="536441">
              <a:defRPr sz="1467"/>
            </a:lvl2pPr>
            <a:lvl3pPr marL="755894">
              <a:defRPr sz="1335"/>
            </a:lvl3pPr>
            <a:lvl4pPr marL="987541">
              <a:defRPr sz="1200"/>
            </a:lvl4pPr>
            <a:lvl5pPr marL="1219184">
              <a:defRPr sz="1067"/>
            </a:lvl5pPr>
            <a:lvl6pPr marL="1450830">
              <a:defRPr/>
            </a:lvl6pPr>
            <a:lvl7pPr marL="1682475">
              <a:defRPr/>
            </a:lvl7pPr>
            <a:lvl8pPr marL="1901928">
              <a:defRPr/>
            </a:lvl8pPr>
            <a:lvl9pPr marL="2133575"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5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36174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45920"/>
            <a:ext cx="10972799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819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45920"/>
            <a:ext cx="10972799" cy="4267200"/>
          </a:xfrm>
        </p:spPr>
        <p:txBody>
          <a:bodyPr/>
          <a:lstStyle>
            <a:lvl1pPr marL="228598" indent="-228598">
              <a:buFont typeface="Arial" panose="020B0604020202020204" pitchFamily="34" charset="0"/>
              <a:buChar char="•"/>
              <a:defRPr/>
            </a:lvl1pPr>
            <a:lvl2pPr>
              <a:defRPr sz="1467"/>
            </a:lvl2pPr>
            <a:lvl3pPr>
              <a:defRPr sz="1335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5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35652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2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6"/>
            <a:ext cx="5303311" cy="4271433"/>
          </a:xfrm>
        </p:spPr>
        <p:txBody>
          <a:bodyPr/>
          <a:lstStyle>
            <a:lvl1pPr>
              <a:defRPr/>
            </a:lvl1pPr>
            <a:lvl2pPr>
              <a:defRPr sz="1467"/>
            </a:lvl2pPr>
            <a:lvl3pPr>
              <a:defRPr sz="1335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4" y="1642536"/>
            <a:ext cx="5303308" cy="4271433"/>
          </a:xfrm>
        </p:spPr>
        <p:txBody>
          <a:bodyPr>
            <a:normAutofit/>
          </a:bodyPr>
          <a:lstStyle>
            <a:lvl1pPr indent="-228598" algn="l" defTabSz="914389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indent="-228598" algn="l" defTabSz="914389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467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indent="-228598" algn="l" defTabSz="914389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33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indent="-228598" algn="l" defTabSz="914389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indent="-228598" algn="l" defTabSz="914389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0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64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6"/>
            <a:ext cx="5303311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4" y="1642536"/>
            <a:ext cx="5303308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C7B7800-7190-394B-947C-B8A7D81D5A47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5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288950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2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3" y="1642536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5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6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5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6"/>
            <a:ext cx="3415512" cy="4271433"/>
          </a:xfrm>
        </p:spPr>
        <p:txBody>
          <a:bodyPr/>
          <a:lstStyle>
            <a:lvl2pPr>
              <a:defRPr sz="1467"/>
            </a:lvl2pPr>
            <a:lvl3pPr>
              <a:defRPr sz="1335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514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3" y="1642536"/>
            <a:ext cx="3415509" cy="427143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6"/>
            <a:ext cx="34155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6"/>
            <a:ext cx="341551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FDCE18C-4FAF-B84F-8867-AB8B41FDCAC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5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405846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3" y="1642536"/>
            <a:ext cx="3414181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9" y="1642536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50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3" y="1642536"/>
            <a:ext cx="3414181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9" y="1642536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59B34E4-1128-6E4F-A42E-FF25BFC2E1DE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5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2416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3" y="1642536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9" y="1642536"/>
            <a:ext cx="3414181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88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3" y="1642536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9" y="1642536"/>
            <a:ext cx="3414181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140389-BD01-794D-86E4-AD478067964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5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8CE33-9527-7642-BB0E-6FDA3BC24ECF}"/>
              </a:ext>
            </a:extLst>
          </p:cNvPr>
          <p:cNvSpPr txBox="1"/>
          <p:nvPr userDrawn="1"/>
        </p:nvSpPr>
        <p:spPr>
          <a:xfrm>
            <a:off x="931525" y="13287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8" indent="-228598" defTabSz="609585" fontAlgn="base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05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6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745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6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5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201061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2" y="3711826"/>
            <a:ext cx="10420349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53565A"/>
              </a:solidFill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546101"/>
            <a:ext cx="9266767" cy="2255519"/>
          </a:xfrm>
        </p:spPr>
        <p:txBody>
          <a:bodyPr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2987042"/>
            <a:ext cx="5304368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5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43520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2" y="3711826"/>
            <a:ext cx="10420349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53565A"/>
              </a:solidFill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546101"/>
            <a:ext cx="9266767" cy="2255519"/>
          </a:xfrm>
        </p:spPr>
        <p:txBody>
          <a:bodyPr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2987042"/>
            <a:ext cx="5304368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5" cap="none" baseline="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buNone/>
              <a:defRPr sz="1335" cap="all" baseline="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buNone/>
              <a:defRPr sz="1335" cap="all" baseline="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buNone/>
              <a:defRPr sz="1335" cap="all" baseline="0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None/>
              <a:defRPr sz="1335" cap="all" baseline="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None/>
              <a:defRPr sz="1335" cap="all" baseline="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None/>
              <a:defRPr sz="1335" cap="all" baseline="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1335" cap="all" baseline="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1335" cap="all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83786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2" y="2089149"/>
            <a:ext cx="8917519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53565A"/>
              </a:solidFill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6101"/>
            <a:ext cx="5304368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2"/>
            <a:ext cx="3780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5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773047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Blue">
    <p:bg>
      <p:bgPr>
        <a:solidFill>
          <a:srgbClr val="006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2" y="2089149"/>
            <a:ext cx="8917519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175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53565A"/>
              </a:solidFill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6101"/>
            <a:ext cx="5304368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2"/>
            <a:ext cx="3780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5" cap="none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335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335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335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335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335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335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335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335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51062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53565A"/>
              </a:solidFill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4" y="2987042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5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5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37247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Gray">
    <p:bg>
      <p:bgPr>
        <a:solidFill>
          <a:srgbClr val="888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94928BC-ACC1-F744-BDCA-844252C7B843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53565A"/>
              </a:solidFill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4" y="2987042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5" cap="none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335" cap="all" baseline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335" cap="all" baseline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35" cap="all" baseline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335" cap="all" baseline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335" cap="all" baseline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335" cap="all" baseline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335" cap="all" baseline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335" cap="all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90571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6A3B-A09F-2F48-89B5-88F69CD0D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1BBA-E035-AC4A-9970-B27091D75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76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3FE97-439F-A649-87BE-06EB6810A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70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4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53565A"/>
              </a:solidFill>
              <a:latin typeface="Arial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0" y="1654042"/>
            <a:ext cx="5304368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</a:pPr>
            <a:r>
              <a:rPr lang="en-US" sz="4267" spc="-80" dirty="0">
                <a:solidFill>
                  <a:srgbClr val="006FCF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552345"/>
            <a:ext cx="5304368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5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  <a:defRPr sz="1335">
                <a:solidFill>
                  <a:schemeClr val="tx1"/>
                </a:solidFill>
              </a:defRPr>
            </a:lvl2pPr>
            <a:lvl3pPr marL="234693" indent="0">
              <a:lnSpc>
                <a:spcPct val="100000"/>
              </a:lnSpc>
              <a:spcBef>
                <a:spcPts val="0"/>
              </a:spcBef>
              <a:buNone/>
              <a:defRPr sz="1335">
                <a:solidFill>
                  <a:schemeClr val="tx1"/>
                </a:solidFill>
              </a:defRPr>
            </a:lvl3pPr>
            <a:lvl4pPr marL="454146" indent="0">
              <a:lnSpc>
                <a:spcPct val="100000"/>
              </a:lnSpc>
              <a:spcBef>
                <a:spcPts val="0"/>
              </a:spcBef>
              <a:buNone/>
              <a:defRPr sz="1335">
                <a:solidFill>
                  <a:schemeClr val="tx1"/>
                </a:solidFill>
              </a:defRPr>
            </a:lvl4pPr>
            <a:lvl5pPr marL="685792" indent="0">
              <a:lnSpc>
                <a:spcPct val="100000"/>
              </a:lnSpc>
              <a:spcBef>
                <a:spcPts val="0"/>
              </a:spcBef>
              <a:buNone/>
              <a:defRPr sz="1335">
                <a:solidFill>
                  <a:schemeClr val="tx1"/>
                </a:solidFill>
              </a:defRPr>
            </a:lvl5pPr>
            <a:lvl6pPr marL="917436" indent="0">
              <a:lnSpc>
                <a:spcPct val="100000"/>
              </a:lnSpc>
              <a:spcBef>
                <a:spcPts val="0"/>
              </a:spcBef>
              <a:buNone/>
              <a:defRPr sz="1335">
                <a:solidFill>
                  <a:schemeClr val="tx1"/>
                </a:solidFill>
              </a:defRPr>
            </a:lvl6pPr>
            <a:lvl7pPr marL="1136889" indent="0">
              <a:lnSpc>
                <a:spcPct val="100000"/>
              </a:lnSpc>
              <a:spcBef>
                <a:spcPts val="0"/>
              </a:spcBef>
              <a:buNone/>
              <a:defRPr sz="1335">
                <a:solidFill>
                  <a:schemeClr val="tx1"/>
                </a:solidFill>
              </a:defRPr>
            </a:lvl7pPr>
            <a:lvl8pPr marL="1368535" indent="0">
              <a:lnSpc>
                <a:spcPct val="100000"/>
              </a:lnSpc>
              <a:spcBef>
                <a:spcPts val="0"/>
              </a:spcBef>
              <a:buNone/>
              <a:defRPr sz="1335">
                <a:solidFill>
                  <a:schemeClr val="tx1"/>
                </a:solidFill>
              </a:defRPr>
            </a:lvl8pPr>
            <a:lvl9pPr marL="1600179" indent="0">
              <a:lnSpc>
                <a:spcPct val="100000"/>
              </a:lnSpc>
              <a:spcBef>
                <a:spcPts val="0"/>
              </a:spcBef>
              <a:buNone/>
              <a:defRPr sz="1335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E82B13-13AC-994D-B028-46AE92867D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8" y="6042362"/>
            <a:ext cx="2670049" cy="463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9" y="5907195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9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4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53565A"/>
              </a:solidFill>
              <a:latin typeface="Arial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0" y="1654042"/>
            <a:ext cx="5304368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</a:pPr>
            <a:r>
              <a:rPr lang="en-US" sz="4267" spc="-80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D7505-3A56-974B-9FD0-1C9DD6BE9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8" y="6042360"/>
            <a:ext cx="2670049" cy="463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9" y="5907195"/>
            <a:ext cx="734244" cy="73424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552345"/>
            <a:ext cx="5304368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5">
                <a:solidFill>
                  <a:schemeClr val="bg2"/>
                </a:solidFill>
              </a:defRPr>
            </a:lvl1pPr>
            <a:lvl2pPr marL="0" indent="-228598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Char char="▪"/>
              <a:defRPr sz="1335">
                <a:solidFill>
                  <a:schemeClr val="bg2"/>
                </a:solidFill>
              </a:defRPr>
            </a:lvl2pPr>
            <a:lvl3pPr marL="463290">
              <a:lnSpc>
                <a:spcPct val="100000"/>
              </a:lnSpc>
              <a:spcBef>
                <a:spcPts val="0"/>
              </a:spcBef>
              <a:defRPr sz="1335">
                <a:solidFill>
                  <a:schemeClr val="bg2"/>
                </a:solidFill>
              </a:defRPr>
            </a:lvl3pPr>
            <a:lvl4pPr marL="682743">
              <a:lnSpc>
                <a:spcPct val="100000"/>
              </a:lnSpc>
              <a:spcBef>
                <a:spcPts val="0"/>
              </a:spcBef>
              <a:defRPr sz="1335">
                <a:solidFill>
                  <a:schemeClr val="bg2"/>
                </a:solidFill>
              </a:defRPr>
            </a:lvl4pPr>
            <a:lvl5pPr marL="914389">
              <a:lnSpc>
                <a:spcPct val="100000"/>
              </a:lnSpc>
              <a:spcBef>
                <a:spcPts val="0"/>
              </a:spcBef>
              <a:defRPr sz="1335">
                <a:solidFill>
                  <a:schemeClr val="bg2"/>
                </a:solidFill>
              </a:defRPr>
            </a:lvl5pPr>
            <a:lvl6pPr marL="1146034">
              <a:lnSpc>
                <a:spcPct val="100000"/>
              </a:lnSpc>
              <a:spcBef>
                <a:spcPts val="0"/>
              </a:spcBef>
              <a:defRPr sz="1335">
                <a:solidFill>
                  <a:schemeClr val="bg2"/>
                </a:solidFill>
              </a:defRPr>
            </a:lvl6pPr>
            <a:lvl7pPr marL="1365487">
              <a:lnSpc>
                <a:spcPct val="100000"/>
              </a:lnSpc>
              <a:spcBef>
                <a:spcPts val="0"/>
              </a:spcBef>
              <a:defRPr sz="1335">
                <a:solidFill>
                  <a:schemeClr val="bg2"/>
                </a:solidFill>
              </a:defRPr>
            </a:lvl7pPr>
            <a:lvl8pPr marL="1597133">
              <a:lnSpc>
                <a:spcPct val="100000"/>
              </a:lnSpc>
              <a:spcBef>
                <a:spcPts val="0"/>
              </a:spcBef>
              <a:defRPr sz="1335">
                <a:solidFill>
                  <a:schemeClr val="bg2"/>
                </a:solidFill>
              </a:defRPr>
            </a:lvl8pPr>
            <a:lvl9pPr marL="1828777">
              <a:lnSpc>
                <a:spcPct val="100000"/>
              </a:lnSpc>
              <a:spcBef>
                <a:spcPts val="0"/>
              </a:spcBef>
              <a:defRPr sz="1335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202245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4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53565A"/>
              </a:solidFill>
              <a:latin typeface="Arial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9" y="5907195"/>
            <a:ext cx="734244" cy="73424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7B55EC-4568-4C45-8794-34FF8BE83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5920"/>
            <a:ext cx="10972800" cy="4267200"/>
          </a:xfrm>
        </p:spPr>
        <p:txBody>
          <a:bodyPr numCol="2" spcCol="274320"/>
          <a:lstStyle>
            <a:lvl1pPr marL="304798" indent="-304798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536441">
              <a:defRPr sz="1467">
                <a:solidFill>
                  <a:schemeClr val="bg1"/>
                </a:solidFill>
              </a:defRPr>
            </a:lvl2pPr>
            <a:lvl3pPr marL="755894">
              <a:defRPr sz="1335">
                <a:solidFill>
                  <a:schemeClr val="bg1"/>
                </a:solidFill>
              </a:defRPr>
            </a:lvl3pPr>
            <a:lvl4pPr marL="987541">
              <a:defRPr sz="1200">
                <a:solidFill>
                  <a:schemeClr val="bg1"/>
                </a:solidFill>
              </a:defRPr>
            </a:lvl4pPr>
            <a:lvl5pPr marL="1219184">
              <a:defRPr sz="1067">
                <a:solidFill>
                  <a:schemeClr val="bg1"/>
                </a:solidFill>
              </a:defRPr>
            </a:lvl5pPr>
            <a:lvl6pPr marL="1450830">
              <a:defRPr/>
            </a:lvl6pPr>
            <a:lvl7pPr marL="1682475">
              <a:defRPr/>
            </a:lvl7pPr>
            <a:lvl8pPr marL="1901928">
              <a:defRPr/>
            </a:lvl8pPr>
            <a:lvl9pPr marL="2133575"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D74173A-68E9-524E-BEC5-3B31F2B5E342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5" cap="none" spc="0" baseline="0">
                <a:solidFill>
                  <a:srgbClr val="006FCF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5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F4DC700-198F-B54D-A256-7133FAAEFE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>
            <a:lvl1pPr>
              <a:defRPr>
                <a:solidFill>
                  <a:srgbClr val="006FCF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28896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00233" y="1878014"/>
            <a:ext cx="10988361" cy="4065588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  <a:lvl2pPr marL="398453" indent="-17303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1400">
                <a:solidFill>
                  <a:schemeClr val="bg2"/>
                </a:solidFill>
              </a:defRPr>
            </a:lvl2pPr>
            <a:lvl3pPr marL="627047" indent="-17303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BentonSans Regular" pitchFamily="2" charset="0"/>
              <a:buChar char="–"/>
              <a:defRPr sz="1400">
                <a:solidFill>
                  <a:schemeClr val="bg2"/>
                </a:solidFill>
              </a:defRPr>
            </a:lvl3pPr>
            <a:lvl4pPr marL="855641" indent="-1682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BentonSans Regular" pitchFamily="2" charset="0"/>
              <a:buChar char="–"/>
              <a:defRPr sz="1400">
                <a:solidFill>
                  <a:schemeClr val="bg2"/>
                </a:solidFill>
              </a:defRPr>
            </a:lvl4pPr>
            <a:lvl5pPr marL="1084236" indent="-16985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BentonSans Regular" pitchFamily="2" charset="0"/>
              <a:buChar char="–"/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49"/>
          </p:nvPr>
        </p:nvSpPr>
        <p:spPr>
          <a:xfrm>
            <a:off x="600233" y="1157815"/>
            <a:ext cx="10988361" cy="652463"/>
          </a:xfrm>
          <a:prstGeom prst="rect">
            <a:avLst/>
          </a:prstGeom>
        </p:spPr>
        <p:txBody>
          <a:bodyPr lIns="91440" tIns="45720" rIns="91440" bIns="45720" anchor="t" anchorCtr="0"/>
          <a:lstStyle>
            <a:lvl1pPr algn="ctr">
              <a:lnSpc>
                <a:spcPct val="100000"/>
              </a:lnSpc>
              <a:defRPr sz="17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0233" y="45615"/>
            <a:ext cx="10988361" cy="1005840"/>
          </a:xfrm>
          <a:prstGeom prst="rect">
            <a:avLst/>
          </a:prstGeom>
        </p:spPr>
        <p:txBody>
          <a:bodyPr lIns="0" tIns="0" rIns="0" bIns="0" anchor="b"/>
          <a:lstStyle>
            <a:lvl1pPr algn="ctr">
              <a:lnSpc>
                <a:spcPts val="3400"/>
              </a:lnSpc>
              <a:defRPr sz="3200" b="0" i="0" cap="all" baseline="0">
                <a:solidFill>
                  <a:schemeClr val="tx1"/>
                </a:solidFill>
                <a:latin typeface="BentonSans Light" pitchFamily="2" charset="0"/>
                <a:ea typeface="BentonSans Light" pitchFamily="2" charset="0"/>
                <a:cs typeface="BentonSans Light" pitchFamily="2" charset="0"/>
              </a:defRPr>
            </a:lvl1pPr>
          </a:lstStyle>
          <a:p>
            <a:r>
              <a:rPr lang="en-US" dirty="0"/>
              <a:t>CLICK HERE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861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srgbClr val="DBD8E1"/>
                </a:solidFill>
              </a:rPr>
              <a:pPr/>
              <a:t>‹#›</a:t>
            </a:fld>
            <a:endParaRPr dirty="0">
              <a:solidFill>
                <a:srgbClr val="DBD8E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62179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TEXT WITH A SINGLE IMAGE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3565A"/>
              </a:solidFill>
              <a:latin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3565A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443696"/>
      </p:ext>
    </p:extLst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 userDrawn="1"/>
        </p:nvSpPr>
        <p:spPr bwMode="hidden">
          <a:xfrm>
            <a:off x="0" y="1436749"/>
            <a:ext cx="12192000" cy="5421252"/>
          </a:xfrm>
          <a:custGeom>
            <a:avLst/>
            <a:gdLst>
              <a:gd name="T0" fmla="*/ 946 w 19199"/>
              <a:gd name="T1" fmla="*/ 4165 h 8543"/>
              <a:gd name="T2" fmla="*/ 0 w 19199"/>
              <a:gd name="T3" fmla="*/ 5101 h 8543"/>
              <a:gd name="T4" fmla="*/ 285 w 19199"/>
              <a:gd name="T5" fmla="*/ 5150 h 8543"/>
              <a:gd name="T6" fmla="*/ 5087 w 19199"/>
              <a:gd name="T7" fmla="*/ 5007 h 8543"/>
              <a:gd name="T8" fmla="*/ 5087 w 19199"/>
              <a:gd name="T9" fmla="*/ 5242 h 8543"/>
              <a:gd name="T10" fmla="*/ 18942 w 19199"/>
              <a:gd name="T11" fmla="*/ 8543 h 8543"/>
              <a:gd name="T12" fmla="*/ 13742 w 19199"/>
              <a:gd name="T13" fmla="*/ 6947 h 8543"/>
              <a:gd name="T14" fmla="*/ 5087 w 19199"/>
              <a:gd name="T15" fmla="*/ 5604 h 8543"/>
              <a:gd name="T16" fmla="*/ 5087 w 19199"/>
              <a:gd name="T17" fmla="*/ 5839 h 8543"/>
              <a:gd name="T18" fmla="*/ 18041 w 19199"/>
              <a:gd name="T19" fmla="*/ 8543 h 8543"/>
              <a:gd name="T20" fmla="*/ 13742 w 19199"/>
              <a:gd name="T21" fmla="*/ 7544 h 8543"/>
              <a:gd name="T22" fmla="*/ 10691 w 19199"/>
              <a:gd name="T23" fmla="*/ 5474 h 8543"/>
              <a:gd name="T24" fmla="*/ 9229 w 19199"/>
              <a:gd name="T25" fmla="*/ 4165 h 8543"/>
              <a:gd name="T26" fmla="*/ 15758 w 19199"/>
              <a:gd name="T27" fmla="*/ 5619 h 8543"/>
              <a:gd name="T28" fmla="*/ 17025 w 19199"/>
              <a:gd name="T29" fmla="*/ 595 h 8543"/>
              <a:gd name="T30" fmla="*/ 17143 w 19199"/>
              <a:gd name="T31" fmla="*/ 1907 h 8543"/>
              <a:gd name="T32" fmla="*/ 16908 w 19199"/>
              <a:gd name="T33" fmla="*/ 1907 h 8543"/>
              <a:gd name="T34" fmla="*/ 17025 w 19199"/>
              <a:gd name="T35" fmla="*/ 831 h 8543"/>
              <a:gd name="T36" fmla="*/ 12144 w 19199"/>
              <a:gd name="T37" fmla="*/ 4880 h 8543"/>
              <a:gd name="T38" fmla="*/ 11681 w 19199"/>
              <a:gd name="T39" fmla="*/ 4709 h 8543"/>
              <a:gd name="T40" fmla="*/ 9929 w 19199"/>
              <a:gd name="T41" fmla="*/ 5452 h 8543"/>
              <a:gd name="T42" fmla="*/ 18698 w 19199"/>
              <a:gd name="T43" fmla="*/ 1907 h 8543"/>
              <a:gd name="T44" fmla="*/ 16729 w 19199"/>
              <a:gd name="T45" fmla="*/ 2940 h 8543"/>
              <a:gd name="T46" fmla="*/ 15402 w 19199"/>
              <a:gd name="T47" fmla="*/ 4122 h 8543"/>
              <a:gd name="T48" fmla="*/ 15608 w 19199"/>
              <a:gd name="T49" fmla="*/ 5049 h 8543"/>
              <a:gd name="T50" fmla="*/ 12290 w 19199"/>
              <a:gd name="T51" fmla="*/ 5696 h 8543"/>
              <a:gd name="T52" fmla="*/ 8973 w 19199"/>
              <a:gd name="T53" fmla="*/ 3745 h 8543"/>
              <a:gd name="T54" fmla="*/ 0 w 19199"/>
              <a:gd name="T55" fmla="*/ 4176 h 8543"/>
              <a:gd name="T56" fmla="*/ 1437 w 19199"/>
              <a:gd name="T57" fmla="*/ 3623 h 8543"/>
              <a:gd name="T58" fmla="*/ 9064 w 19199"/>
              <a:gd name="T59" fmla="*/ 5106 h 8543"/>
              <a:gd name="T60" fmla="*/ 8855 w 19199"/>
              <a:gd name="T61" fmla="*/ 3505 h 8543"/>
              <a:gd name="T62" fmla="*/ 11200 w 19199"/>
              <a:gd name="T63" fmla="*/ 4212 h 8543"/>
              <a:gd name="T64" fmla="*/ 13476 w 19199"/>
              <a:gd name="T65" fmla="*/ 3772 h 8543"/>
              <a:gd name="T66" fmla="*/ 15402 w 19199"/>
              <a:gd name="T67" fmla="*/ 3887 h 8543"/>
              <a:gd name="T68" fmla="*/ 17025 w 19199"/>
              <a:gd name="T69" fmla="*/ 0 h 8543"/>
              <a:gd name="T70" fmla="*/ 18934 w 19199"/>
              <a:gd name="T71" fmla="*/ 1907 h 8543"/>
              <a:gd name="T72" fmla="*/ 19199 w 19199"/>
              <a:gd name="T73" fmla="*/ 6150 h 8543"/>
              <a:gd name="T74" fmla="*/ 13742 w 19199"/>
              <a:gd name="T75" fmla="*/ 6575 h 8543"/>
              <a:gd name="T76" fmla="*/ 0 w 19199"/>
              <a:gd name="T77" fmla="*/ 5553 h 8543"/>
              <a:gd name="T78" fmla="*/ 0 w 19199"/>
              <a:gd name="T79" fmla="*/ 4528 h 8543"/>
              <a:gd name="T80" fmla="*/ 16631 w 19199"/>
              <a:gd name="T81" fmla="*/ 4282 h 8543"/>
              <a:gd name="T82" fmla="*/ 14059 w 19199"/>
              <a:gd name="T83" fmla="*/ 4151 h 8543"/>
              <a:gd name="T84" fmla="*/ 17025 w 19199"/>
              <a:gd name="T85" fmla="*/ 1427 h 8543"/>
              <a:gd name="T86" fmla="*/ 16311 w 19199"/>
              <a:gd name="T87" fmla="*/ 2024 h 8543"/>
              <a:gd name="T88" fmla="*/ 17740 w 19199"/>
              <a:gd name="T89" fmla="*/ 1907 h 8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199" h="8543">
                <a:moveTo>
                  <a:pt x="285" y="5150"/>
                </a:moveTo>
                <a:lnTo>
                  <a:pt x="285" y="5150"/>
                </a:lnTo>
                <a:cubicBezTo>
                  <a:pt x="565" y="4868"/>
                  <a:pt x="792" y="4537"/>
                  <a:pt x="946" y="4165"/>
                </a:cubicBezTo>
                <a:cubicBezTo>
                  <a:pt x="950" y="4123"/>
                  <a:pt x="954" y="4080"/>
                  <a:pt x="957" y="4036"/>
                </a:cubicBezTo>
                <a:cubicBezTo>
                  <a:pt x="860" y="4071"/>
                  <a:pt x="770" y="4123"/>
                  <a:pt x="681" y="4188"/>
                </a:cubicBezTo>
                <a:cubicBezTo>
                  <a:pt x="518" y="4537"/>
                  <a:pt x="284" y="4845"/>
                  <a:pt x="0" y="5101"/>
                </a:cubicBezTo>
                <a:lnTo>
                  <a:pt x="0" y="5267"/>
                </a:lnTo>
                <a:cubicBezTo>
                  <a:pt x="48" y="5247"/>
                  <a:pt x="96" y="5227"/>
                  <a:pt x="145" y="5207"/>
                </a:cubicBezTo>
                <a:cubicBezTo>
                  <a:pt x="191" y="5188"/>
                  <a:pt x="239" y="5169"/>
                  <a:pt x="285" y="5150"/>
                </a:cubicBezTo>
                <a:close/>
                <a:moveTo>
                  <a:pt x="13742" y="6947"/>
                </a:moveTo>
                <a:lnTo>
                  <a:pt x="13742" y="6947"/>
                </a:lnTo>
                <a:cubicBezTo>
                  <a:pt x="10070" y="6947"/>
                  <a:pt x="9296" y="5007"/>
                  <a:pt x="5087" y="5007"/>
                </a:cubicBezTo>
                <a:cubicBezTo>
                  <a:pt x="2649" y="5007"/>
                  <a:pt x="1364" y="5658"/>
                  <a:pt x="0" y="6206"/>
                </a:cubicBezTo>
                <a:lnTo>
                  <a:pt x="0" y="6459"/>
                </a:lnTo>
                <a:cubicBezTo>
                  <a:pt x="1385" y="5908"/>
                  <a:pt x="2654" y="5242"/>
                  <a:pt x="5087" y="5242"/>
                </a:cubicBezTo>
                <a:cubicBezTo>
                  <a:pt x="9241" y="5242"/>
                  <a:pt x="10001" y="7182"/>
                  <a:pt x="13742" y="7182"/>
                </a:cubicBezTo>
                <a:cubicBezTo>
                  <a:pt x="15262" y="7182"/>
                  <a:pt x="16685" y="6655"/>
                  <a:pt x="17770" y="5695"/>
                </a:cubicBezTo>
                <a:lnTo>
                  <a:pt x="18942" y="8543"/>
                </a:lnTo>
                <a:lnTo>
                  <a:pt x="19196" y="8543"/>
                </a:lnTo>
                <a:lnTo>
                  <a:pt x="17859" y="5293"/>
                </a:lnTo>
                <a:cubicBezTo>
                  <a:pt x="16659" y="6419"/>
                  <a:pt x="15293" y="6947"/>
                  <a:pt x="13742" y="6947"/>
                </a:cubicBezTo>
                <a:close/>
                <a:moveTo>
                  <a:pt x="13742" y="7544"/>
                </a:moveTo>
                <a:lnTo>
                  <a:pt x="13742" y="7544"/>
                </a:lnTo>
                <a:cubicBezTo>
                  <a:pt x="9914" y="7544"/>
                  <a:pt x="9144" y="5604"/>
                  <a:pt x="5087" y="5604"/>
                </a:cubicBezTo>
                <a:cubicBezTo>
                  <a:pt x="2673" y="5604"/>
                  <a:pt x="1423" y="6291"/>
                  <a:pt x="0" y="6847"/>
                </a:cubicBezTo>
                <a:lnTo>
                  <a:pt x="0" y="7099"/>
                </a:lnTo>
                <a:cubicBezTo>
                  <a:pt x="1450" y="6540"/>
                  <a:pt x="2690" y="5839"/>
                  <a:pt x="5087" y="5839"/>
                </a:cubicBezTo>
                <a:cubicBezTo>
                  <a:pt x="9078" y="5839"/>
                  <a:pt x="9860" y="7779"/>
                  <a:pt x="13742" y="7779"/>
                </a:cubicBezTo>
                <a:cubicBezTo>
                  <a:pt x="15003" y="7779"/>
                  <a:pt x="16217" y="7443"/>
                  <a:pt x="17262" y="6807"/>
                </a:cubicBezTo>
                <a:lnTo>
                  <a:pt x="18041" y="8543"/>
                </a:lnTo>
                <a:lnTo>
                  <a:pt x="18298" y="8543"/>
                </a:lnTo>
                <a:lnTo>
                  <a:pt x="17365" y="6463"/>
                </a:lnTo>
                <a:cubicBezTo>
                  <a:pt x="16290" y="7150"/>
                  <a:pt x="15133" y="7544"/>
                  <a:pt x="13742" y="7544"/>
                </a:cubicBezTo>
                <a:close/>
                <a:moveTo>
                  <a:pt x="10030" y="5207"/>
                </a:moveTo>
                <a:lnTo>
                  <a:pt x="10030" y="5207"/>
                </a:lnTo>
                <a:cubicBezTo>
                  <a:pt x="10251" y="5298"/>
                  <a:pt x="10470" y="5388"/>
                  <a:pt x="10691" y="5474"/>
                </a:cubicBezTo>
                <a:cubicBezTo>
                  <a:pt x="10170" y="5175"/>
                  <a:pt x="9747" y="4730"/>
                  <a:pt x="9494" y="4188"/>
                </a:cubicBezTo>
                <a:cubicBezTo>
                  <a:pt x="9405" y="4123"/>
                  <a:pt x="9315" y="4071"/>
                  <a:pt x="9218" y="4036"/>
                </a:cubicBezTo>
                <a:cubicBezTo>
                  <a:pt x="9221" y="4080"/>
                  <a:pt x="9225" y="4123"/>
                  <a:pt x="9229" y="4165"/>
                </a:cubicBezTo>
                <a:cubicBezTo>
                  <a:pt x="9383" y="4537"/>
                  <a:pt x="9610" y="4868"/>
                  <a:pt x="9889" y="5150"/>
                </a:cubicBezTo>
                <a:cubicBezTo>
                  <a:pt x="9936" y="5169"/>
                  <a:pt x="9984" y="5188"/>
                  <a:pt x="10030" y="5207"/>
                </a:cubicBezTo>
                <a:close/>
                <a:moveTo>
                  <a:pt x="15758" y="5619"/>
                </a:moveTo>
                <a:lnTo>
                  <a:pt x="15758" y="5619"/>
                </a:lnTo>
                <a:cubicBezTo>
                  <a:pt x="17300" y="4956"/>
                  <a:pt x="18337" y="3465"/>
                  <a:pt x="18337" y="1906"/>
                </a:cubicBezTo>
                <a:cubicBezTo>
                  <a:pt x="18337" y="1184"/>
                  <a:pt x="17748" y="595"/>
                  <a:pt x="17025" y="595"/>
                </a:cubicBezTo>
                <a:cubicBezTo>
                  <a:pt x="16302" y="595"/>
                  <a:pt x="15714" y="1184"/>
                  <a:pt x="15714" y="1907"/>
                </a:cubicBezTo>
                <a:cubicBezTo>
                  <a:pt x="15714" y="2301"/>
                  <a:pt x="16034" y="2621"/>
                  <a:pt x="16428" y="2621"/>
                </a:cubicBezTo>
                <a:cubicBezTo>
                  <a:pt x="16822" y="2621"/>
                  <a:pt x="17143" y="2301"/>
                  <a:pt x="17143" y="1907"/>
                </a:cubicBezTo>
                <a:lnTo>
                  <a:pt x="17143" y="1789"/>
                </a:lnTo>
                <a:lnTo>
                  <a:pt x="16908" y="1789"/>
                </a:lnTo>
                <a:lnTo>
                  <a:pt x="16908" y="1907"/>
                </a:lnTo>
                <a:cubicBezTo>
                  <a:pt x="16908" y="2171"/>
                  <a:pt x="16693" y="2386"/>
                  <a:pt x="16428" y="2386"/>
                </a:cubicBezTo>
                <a:cubicBezTo>
                  <a:pt x="16164" y="2386"/>
                  <a:pt x="15949" y="2171"/>
                  <a:pt x="15949" y="1907"/>
                </a:cubicBezTo>
                <a:cubicBezTo>
                  <a:pt x="15949" y="1313"/>
                  <a:pt x="16432" y="831"/>
                  <a:pt x="17025" y="831"/>
                </a:cubicBezTo>
                <a:cubicBezTo>
                  <a:pt x="17619" y="831"/>
                  <a:pt x="18101" y="1313"/>
                  <a:pt x="18101" y="1907"/>
                </a:cubicBezTo>
                <a:cubicBezTo>
                  <a:pt x="18101" y="3372"/>
                  <a:pt x="17122" y="4777"/>
                  <a:pt x="15665" y="5402"/>
                </a:cubicBezTo>
                <a:cubicBezTo>
                  <a:pt x="14383" y="5953"/>
                  <a:pt x="13067" y="5757"/>
                  <a:pt x="12144" y="4880"/>
                </a:cubicBezTo>
                <a:cubicBezTo>
                  <a:pt x="12122" y="4859"/>
                  <a:pt x="12090" y="4827"/>
                  <a:pt x="12055" y="4789"/>
                </a:cubicBezTo>
                <a:cubicBezTo>
                  <a:pt x="11944" y="4753"/>
                  <a:pt x="11822" y="4724"/>
                  <a:pt x="11681" y="4706"/>
                </a:cubicBezTo>
                <a:cubicBezTo>
                  <a:pt x="11681" y="4707"/>
                  <a:pt x="11681" y="4708"/>
                  <a:pt x="11681" y="4709"/>
                </a:cubicBezTo>
                <a:cubicBezTo>
                  <a:pt x="11809" y="4884"/>
                  <a:pt x="11957" y="5027"/>
                  <a:pt x="11982" y="5051"/>
                </a:cubicBezTo>
                <a:cubicBezTo>
                  <a:pt x="12967" y="5987"/>
                  <a:pt x="14376" y="6212"/>
                  <a:pt x="15758" y="5619"/>
                </a:cubicBezTo>
                <a:close/>
                <a:moveTo>
                  <a:pt x="9929" y="5452"/>
                </a:moveTo>
                <a:lnTo>
                  <a:pt x="9929" y="5452"/>
                </a:lnTo>
                <a:cubicBezTo>
                  <a:pt x="11036" y="5909"/>
                  <a:pt x="12082" y="6340"/>
                  <a:pt x="13742" y="6340"/>
                </a:cubicBezTo>
                <a:cubicBezTo>
                  <a:pt x="16475" y="6340"/>
                  <a:pt x="18698" y="4351"/>
                  <a:pt x="18698" y="1907"/>
                </a:cubicBezTo>
                <a:cubicBezTo>
                  <a:pt x="18698" y="984"/>
                  <a:pt x="17948" y="234"/>
                  <a:pt x="17025" y="234"/>
                </a:cubicBezTo>
                <a:cubicBezTo>
                  <a:pt x="16103" y="234"/>
                  <a:pt x="15352" y="984"/>
                  <a:pt x="15352" y="1907"/>
                </a:cubicBezTo>
                <a:cubicBezTo>
                  <a:pt x="15352" y="2621"/>
                  <a:pt x="16039" y="3140"/>
                  <a:pt x="16729" y="2940"/>
                </a:cubicBezTo>
                <a:lnTo>
                  <a:pt x="16989" y="2865"/>
                </a:lnTo>
                <a:lnTo>
                  <a:pt x="16867" y="3106"/>
                </a:lnTo>
                <a:cubicBezTo>
                  <a:pt x="16545" y="3743"/>
                  <a:pt x="15997" y="4122"/>
                  <a:pt x="15402" y="4122"/>
                </a:cubicBezTo>
                <a:cubicBezTo>
                  <a:pt x="14796" y="4122"/>
                  <a:pt x="14501" y="3910"/>
                  <a:pt x="13713" y="3891"/>
                </a:cubicBezTo>
                <a:cubicBezTo>
                  <a:pt x="13743" y="4648"/>
                  <a:pt x="14043" y="5144"/>
                  <a:pt x="14795" y="5028"/>
                </a:cubicBezTo>
                <a:cubicBezTo>
                  <a:pt x="15114" y="5082"/>
                  <a:pt x="15357" y="5079"/>
                  <a:pt x="15608" y="5049"/>
                </a:cubicBezTo>
                <a:cubicBezTo>
                  <a:pt x="15205" y="5214"/>
                  <a:pt x="14764" y="5305"/>
                  <a:pt x="14302" y="5305"/>
                </a:cubicBezTo>
                <a:cubicBezTo>
                  <a:pt x="12815" y="5305"/>
                  <a:pt x="12763" y="4493"/>
                  <a:pt x="11435" y="4449"/>
                </a:cubicBezTo>
                <a:cubicBezTo>
                  <a:pt x="11449" y="5468"/>
                  <a:pt x="11748" y="5575"/>
                  <a:pt x="12290" y="5696"/>
                </a:cubicBezTo>
                <a:cubicBezTo>
                  <a:pt x="12495" y="5830"/>
                  <a:pt x="12711" y="5942"/>
                  <a:pt x="12936" y="6030"/>
                </a:cubicBezTo>
                <a:cubicBezTo>
                  <a:pt x="12521" y="5997"/>
                  <a:pt x="12072" y="5921"/>
                  <a:pt x="11653" y="5747"/>
                </a:cubicBezTo>
                <a:cubicBezTo>
                  <a:pt x="10325" y="5235"/>
                  <a:pt x="10073" y="3837"/>
                  <a:pt x="8973" y="3745"/>
                </a:cubicBezTo>
                <a:cubicBezTo>
                  <a:pt x="8977" y="4614"/>
                  <a:pt x="9131" y="5122"/>
                  <a:pt x="9929" y="5452"/>
                </a:cubicBezTo>
                <a:close/>
                <a:moveTo>
                  <a:pt x="0" y="4176"/>
                </a:moveTo>
                <a:lnTo>
                  <a:pt x="0" y="4176"/>
                </a:lnTo>
                <a:cubicBezTo>
                  <a:pt x="347" y="3802"/>
                  <a:pt x="724" y="3505"/>
                  <a:pt x="1320" y="3505"/>
                </a:cubicBezTo>
                <a:lnTo>
                  <a:pt x="1437" y="3505"/>
                </a:lnTo>
                <a:lnTo>
                  <a:pt x="1437" y="3623"/>
                </a:lnTo>
                <a:cubicBezTo>
                  <a:pt x="1437" y="4083"/>
                  <a:pt x="1436" y="4655"/>
                  <a:pt x="1111" y="5106"/>
                </a:cubicBezTo>
                <a:cubicBezTo>
                  <a:pt x="2134" y="4721"/>
                  <a:pt x="3310" y="4400"/>
                  <a:pt x="5087" y="4400"/>
                </a:cubicBezTo>
                <a:cubicBezTo>
                  <a:pt x="6865" y="4400"/>
                  <a:pt x="8041" y="4721"/>
                  <a:pt x="9064" y="5106"/>
                </a:cubicBezTo>
                <a:cubicBezTo>
                  <a:pt x="8739" y="4655"/>
                  <a:pt x="8737" y="4083"/>
                  <a:pt x="8737" y="3623"/>
                </a:cubicBezTo>
                <a:lnTo>
                  <a:pt x="8737" y="3505"/>
                </a:lnTo>
                <a:lnTo>
                  <a:pt x="8855" y="3505"/>
                </a:lnTo>
                <a:cubicBezTo>
                  <a:pt x="10057" y="3505"/>
                  <a:pt x="10370" y="4714"/>
                  <a:pt x="11344" y="5329"/>
                </a:cubicBezTo>
                <a:cubicBezTo>
                  <a:pt x="11217" y="5043"/>
                  <a:pt x="11200" y="4685"/>
                  <a:pt x="11200" y="4329"/>
                </a:cubicBezTo>
                <a:lnTo>
                  <a:pt x="11200" y="4212"/>
                </a:lnTo>
                <a:lnTo>
                  <a:pt x="11317" y="4212"/>
                </a:lnTo>
                <a:cubicBezTo>
                  <a:pt x="12696" y="4212"/>
                  <a:pt x="12844" y="4912"/>
                  <a:pt x="13911" y="5046"/>
                </a:cubicBezTo>
                <a:cubicBezTo>
                  <a:pt x="13626" y="4796"/>
                  <a:pt x="13476" y="4355"/>
                  <a:pt x="13476" y="3772"/>
                </a:cubicBezTo>
                <a:lnTo>
                  <a:pt x="13476" y="3654"/>
                </a:lnTo>
                <a:lnTo>
                  <a:pt x="13593" y="3654"/>
                </a:lnTo>
                <a:cubicBezTo>
                  <a:pt x="14501" y="3654"/>
                  <a:pt x="14809" y="3887"/>
                  <a:pt x="15402" y="3887"/>
                </a:cubicBezTo>
                <a:cubicBezTo>
                  <a:pt x="15838" y="3887"/>
                  <a:pt x="16248" y="3640"/>
                  <a:pt x="16532" y="3214"/>
                </a:cubicBezTo>
                <a:cubicBezTo>
                  <a:pt x="15766" y="3274"/>
                  <a:pt x="15117" y="2667"/>
                  <a:pt x="15117" y="1907"/>
                </a:cubicBezTo>
                <a:cubicBezTo>
                  <a:pt x="15117" y="855"/>
                  <a:pt x="15973" y="0"/>
                  <a:pt x="17025" y="0"/>
                </a:cubicBezTo>
                <a:cubicBezTo>
                  <a:pt x="18077" y="0"/>
                  <a:pt x="18933" y="854"/>
                  <a:pt x="18934" y="1906"/>
                </a:cubicBezTo>
                <a:lnTo>
                  <a:pt x="18934" y="1906"/>
                </a:lnTo>
                <a:lnTo>
                  <a:pt x="18934" y="1907"/>
                </a:lnTo>
                <a:lnTo>
                  <a:pt x="18934" y="1907"/>
                </a:lnTo>
                <a:cubicBezTo>
                  <a:pt x="18933" y="2653"/>
                  <a:pt x="18737" y="3358"/>
                  <a:pt x="18390" y="3984"/>
                </a:cubicBezTo>
                <a:lnTo>
                  <a:pt x="19199" y="6150"/>
                </a:lnTo>
                <a:lnTo>
                  <a:pt x="19199" y="6821"/>
                </a:lnTo>
                <a:lnTo>
                  <a:pt x="18235" y="4241"/>
                </a:lnTo>
                <a:cubicBezTo>
                  <a:pt x="17336" y="5635"/>
                  <a:pt x="15659" y="6575"/>
                  <a:pt x="13742" y="6575"/>
                </a:cubicBezTo>
                <a:cubicBezTo>
                  <a:pt x="10162" y="6575"/>
                  <a:pt x="9391" y="4635"/>
                  <a:pt x="5087" y="4635"/>
                </a:cubicBezTo>
                <a:cubicBezTo>
                  <a:pt x="2636" y="4635"/>
                  <a:pt x="1331" y="5265"/>
                  <a:pt x="0" y="5807"/>
                </a:cubicBezTo>
                <a:lnTo>
                  <a:pt x="0" y="5553"/>
                </a:lnTo>
                <a:cubicBezTo>
                  <a:pt x="81" y="5519"/>
                  <a:pt x="163" y="5486"/>
                  <a:pt x="245" y="5452"/>
                </a:cubicBezTo>
                <a:cubicBezTo>
                  <a:pt x="1044" y="5122"/>
                  <a:pt x="1197" y="4613"/>
                  <a:pt x="1202" y="3745"/>
                </a:cubicBezTo>
                <a:cubicBezTo>
                  <a:pt x="678" y="3789"/>
                  <a:pt x="346" y="4129"/>
                  <a:pt x="0" y="4528"/>
                </a:cubicBezTo>
                <a:lnTo>
                  <a:pt x="0" y="4176"/>
                </a:lnTo>
                <a:close/>
                <a:moveTo>
                  <a:pt x="16631" y="4282"/>
                </a:moveTo>
                <a:lnTo>
                  <a:pt x="16631" y="4282"/>
                </a:lnTo>
                <a:cubicBezTo>
                  <a:pt x="15835" y="4866"/>
                  <a:pt x="14797" y="4817"/>
                  <a:pt x="14044" y="4413"/>
                </a:cubicBezTo>
                <a:cubicBezTo>
                  <a:pt x="14014" y="4333"/>
                  <a:pt x="13990" y="4243"/>
                  <a:pt x="13973" y="4141"/>
                </a:cubicBezTo>
                <a:cubicBezTo>
                  <a:pt x="14004" y="4144"/>
                  <a:pt x="14031" y="4148"/>
                  <a:pt x="14059" y="4151"/>
                </a:cubicBezTo>
                <a:cubicBezTo>
                  <a:pt x="14580" y="4470"/>
                  <a:pt x="15623" y="4730"/>
                  <a:pt x="16492" y="4092"/>
                </a:cubicBezTo>
                <a:cubicBezTo>
                  <a:pt x="17126" y="3628"/>
                  <a:pt x="17505" y="2811"/>
                  <a:pt x="17505" y="1907"/>
                </a:cubicBezTo>
                <a:cubicBezTo>
                  <a:pt x="17505" y="1643"/>
                  <a:pt x="17290" y="1427"/>
                  <a:pt x="17025" y="1427"/>
                </a:cubicBezTo>
                <a:cubicBezTo>
                  <a:pt x="16761" y="1427"/>
                  <a:pt x="16546" y="1643"/>
                  <a:pt x="16546" y="1907"/>
                </a:cubicBezTo>
                <a:lnTo>
                  <a:pt x="16546" y="2024"/>
                </a:lnTo>
                <a:lnTo>
                  <a:pt x="16311" y="2024"/>
                </a:lnTo>
                <a:lnTo>
                  <a:pt x="16311" y="1907"/>
                </a:lnTo>
                <a:cubicBezTo>
                  <a:pt x="16311" y="1513"/>
                  <a:pt x="16631" y="1192"/>
                  <a:pt x="17025" y="1192"/>
                </a:cubicBezTo>
                <a:cubicBezTo>
                  <a:pt x="17419" y="1192"/>
                  <a:pt x="17740" y="1513"/>
                  <a:pt x="17740" y="1907"/>
                </a:cubicBezTo>
                <a:cubicBezTo>
                  <a:pt x="17740" y="2885"/>
                  <a:pt x="17325" y="3773"/>
                  <a:pt x="16631" y="4282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0423F-B7EF-7848-8C6C-5503B745FE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1" y="553616"/>
            <a:ext cx="8412057" cy="1945744"/>
          </a:xfrm>
        </p:spPr>
        <p:txBody>
          <a:bodyPr anchor="b">
            <a:noAutofit/>
          </a:bodyPr>
          <a:lstStyle>
            <a:lvl1pPr algn="l">
              <a:defRPr sz="5333" spc="-107" baseline="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CC53A-60A0-F740-8E06-61421EAF57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2682240"/>
            <a:ext cx="8412057" cy="609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MONTH 00, 0000  |  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5A740-0F78-404E-8D2B-CA4E32C87F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D1B5C-558A-7A43-A7F3-CC5277A30B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12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5920"/>
            <a:ext cx="10972800" cy="4267200"/>
          </a:xfrm>
        </p:spPr>
        <p:txBody>
          <a:bodyPr numCol="2" spcCol="274320"/>
          <a:lstStyle>
            <a:lvl1pPr marL="304792" indent="-304792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lvl1pPr>
            <a:lvl2pPr marL="536435">
              <a:defRPr sz="1467"/>
            </a:lvl2pPr>
            <a:lvl3pPr marL="755885">
              <a:defRPr sz="1333"/>
            </a:lvl3pPr>
            <a:lvl4pPr marL="987527">
              <a:defRPr sz="1200"/>
            </a:lvl4pPr>
            <a:lvl5pPr marL="1219170">
              <a:defRPr sz="1067"/>
            </a:lvl5pPr>
            <a:lvl6pPr marL="1450812">
              <a:defRPr/>
            </a:lvl6pPr>
            <a:lvl7pPr marL="1682454">
              <a:defRPr/>
            </a:lvl7pPr>
            <a:lvl8pPr marL="1901904">
              <a:defRPr/>
            </a:lvl8pPr>
            <a:lvl9pPr marL="2133547"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9261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94680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60171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>
            <a:lvl1pPr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>
            <a:normAutofit/>
          </a:bodyPr>
          <a:lstStyle>
            <a:lvl1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467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33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0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2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C7B7800-7190-394B-947C-B8A7D81D5A47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257530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70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FDCE18C-4FAF-B84F-8867-AB8B41FDCAC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65798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99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59B34E4-1128-6E4F-A42E-FF25BFC2E1DE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31963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01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140389-BD01-794D-86E4-AD478067964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8CE33-9527-7642-BB0E-6FDA3BC24ECF}"/>
              </a:ext>
            </a:extLst>
          </p:cNvPr>
          <p:cNvSpPr txBox="1"/>
          <p:nvPr userDrawn="1"/>
        </p:nvSpPr>
        <p:spPr>
          <a:xfrm>
            <a:off x="931524" y="13287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60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1763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73455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2006600"/>
            <a:ext cx="5181600" cy="3907367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7675" y="2006600"/>
            <a:ext cx="5181600" cy="3907367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99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81914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07960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72509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Blue">
    <p:bg>
      <p:bgPr>
        <a:solidFill>
          <a:srgbClr val="006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175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38097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40722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Gray">
    <p:bg>
      <p:bgPr>
        <a:solidFill>
          <a:srgbClr val="888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94928BC-ACC1-F744-BDCA-844252C7B843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8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6A3B-A09F-2F48-89B5-88F69CD0D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1BBA-E035-AC4A-9970-B27091D75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541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3FE97-439F-A649-87BE-06EB6810A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959489" y="6398996"/>
            <a:ext cx="1219200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50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006FCF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2pPr>
            <a:lvl3pPr marL="23469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3pPr>
            <a:lvl4pPr marL="454141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4pPr>
            <a:lvl5pPr marL="685783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5pPr>
            <a:lvl6pPr marL="917425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6pPr>
            <a:lvl7pPr marL="1136876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7pPr>
            <a:lvl8pPr marL="1368518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8pPr>
            <a:lvl9pPr marL="160016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E82B13-13AC-994D-B028-46AE92867D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01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D7505-3A56-974B-9FD0-1C9DD6BE9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0"/>
            <a:ext cx="2670048" cy="463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bg2"/>
                </a:solidFill>
              </a:defRPr>
            </a:lvl1pPr>
            <a:lvl2pPr marL="0" indent="-228594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Char char="▪"/>
              <a:defRPr sz="1333">
                <a:solidFill>
                  <a:schemeClr val="bg2"/>
                </a:solidFill>
              </a:defRPr>
            </a:lvl2pPr>
            <a:lvl3pPr marL="46328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3pPr>
            <a:lvl4pPr marL="682735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4pPr>
            <a:lvl5pPr marL="914377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5pPr>
            <a:lvl6pPr marL="1146019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6pPr>
            <a:lvl7pPr marL="1365470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7pPr>
            <a:lvl8pPr marL="1597112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8pPr>
            <a:lvl9pPr marL="182875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96777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 userDrawn="1"/>
        </p:nvSpPr>
        <p:spPr bwMode="hidden">
          <a:xfrm>
            <a:off x="0" y="1436749"/>
            <a:ext cx="12192000" cy="5421252"/>
          </a:xfrm>
          <a:custGeom>
            <a:avLst/>
            <a:gdLst>
              <a:gd name="T0" fmla="*/ 946 w 19199"/>
              <a:gd name="T1" fmla="*/ 4165 h 8543"/>
              <a:gd name="T2" fmla="*/ 0 w 19199"/>
              <a:gd name="T3" fmla="*/ 5101 h 8543"/>
              <a:gd name="T4" fmla="*/ 285 w 19199"/>
              <a:gd name="T5" fmla="*/ 5150 h 8543"/>
              <a:gd name="T6" fmla="*/ 5087 w 19199"/>
              <a:gd name="T7" fmla="*/ 5007 h 8543"/>
              <a:gd name="T8" fmla="*/ 5087 w 19199"/>
              <a:gd name="T9" fmla="*/ 5242 h 8543"/>
              <a:gd name="T10" fmla="*/ 18942 w 19199"/>
              <a:gd name="T11" fmla="*/ 8543 h 8543"/>
              <a:gd name="T12" fmla="*/ 13742 w 19199"/>
              <a:gd name="T13" fmla="*/ 6947 h 8543"/>
              <a:gd name="T14" fmla="*/ 5087 w 19199"/>
              <a:gd name="T15" fmla="*/ 5604 h 8543"/>
              <a:gd name="T16" fmla="*/ 5087 w 19199"/>
              <a:gd name="T17" fmla="*/ 5839 h 8543"/>
              <a:gd name="T18" fmla="*/ 18041 w 19199"/>
              <a:gd name="T19" fmla="*/ 8543 h 8543"/>
              <a:gd name="T20" fmla="*/ 13742 w 19199"/>
              <a:gd name="T21" fmla="*/ 7544 h 8543"/>
              <a:gd name="T22" fmla="*/ 10691 w 19199"/>
              <a:gd name="T23" fmla="*/ 5474 h 8543"/>
              <a:gd name="T24" fmla="*/ 9229 w 19199"/>
              <a:gd name="T25" fmla="*/ 4165 h 8543"/>
              <a:gd name="T26" fmla="*/ 15758 w 19199"/>
              <a:gd name="T27" fmla="*/ 5619 h 8543"/>
              <a:gd name="T28" fmla="*/ 17025 w 19199"/>
              <a:gd name="T29" fmla="*/ 595 h 8543"/>
              <a:gd name="T30" fmla="*/ 17143 w 19199"/>
              <a:gd name="T31" fmla="*/ 1907 h 8543"/>
              <a:gd name="T32" fmla="*/ 16908 w 19199"/>
              <a:gd name="T33" fmla="*/ 1907 h 8543"/>
              <a:gd name="T34" fmla="*/ 17025 w 19199"/>
              <a:gd name="T35" fmla="*/ 831 h 8543"/>
              <a:gd name="T36" fmla="*/ 12144 w 19199"/>
              <a:gd name="T37" fmla="*/ 4880 h 8543"/>
              <a:gd name="T38" fmla="*/ 11681 w 19199"/>
              <a:gd name="T39" fmla="*/ 4709 h 8543"/>
              <a:gd name="T40" fmla="*/ 9929 w 19199"/>
              <a:gd name="T41" fmla="*/ 5452 h 8543"/>
              <a:gd name="T42" fmla="*/ 18698 w 19199"/>
              <a:gd name="T43" fmla="*/ 1907 h 8543"/>
              <a:gd name="T44" fmla="*/ 16729 w 19199"/>
              <a:gd name="T45" fmla="*/ 2940 h 8543"/>
              <a:gd name="T46" fmla="*/ 15402 w 19199"/>
              <a:gd name="T47" fmla="*/ 4122 h 8543"/>
              <a:gd name="T48" fmla="*/ 15608 w 19199"/>
              <a:gd name="T49" fmla="*/ 5049 h 8543"/>
              <a:gd name="T50" fmla="*/ 12290 w 19199"/>
              <a:gd name="T51" fmla="*/ 5696 h 8543"/>
              <a:gd name="T52" fmla="*/ 8973 w 19199"/>
              <a:gd name="T53" fmla="*/ 3745 h 8543"/>
              <a:gd name="T54" fmla="*/ 0 w 19199"/>
              <a:gd name="T55" fmla="*/ 4176 h 8543"/>
              <a:gd name="T56" fmla="*/ 1437 w 19199"/>
              <a:gd name="T57" fmla="*/ 3623 h 8543"/>
              <a:gd name="T58" fmla="*/ 9064 w 19199"/>
              <a:gd name="T59" fmla="*/ 5106 h 8543"/>
              <a:gd name="T60" fmla="*/ 8855 w 19199"/>
              <a:gd name="T61" fmla="*/ 3505 h 8543"/>
              <a:gd name="T62" fmla="*/ 11200 w 19199"/>
              <a:gd name="T63" fmla="*/ 4212 h 8543"/>
              <a:gd name="T64" fmla="*/ 13476 w 19199"/>
              <a:gd name="T65" fmla="*/ 3772 h 8543"/>
              <a:gd name="T66" fmla="*/ 15402 w 19199"/>
              <a:gd name="T67" fmla="*/ 3887 h 8543"/>
              <a:gd name="T68" fmla="*/ 17025 w 19199"/>
              <a:gd name="T69" fmla="*/ 0 h 8543"/>
              <a:gd name="T70" fmla="*/ 18934 w 19199"/>
              <a:gd name="T71" fmla="*/ 1907 h 8543"/>
              <a:gd name="T72" fmla="*/ 19199 w 19199"/>
              <a:gd name="T73" fmla="*/ 6150 h 8543"/>
              <a:gd name="T74" fmla="*/ 13742 w 19199"/>
              <a:gd name="T75" fmla="*/ 6575 h 8543"/>
              <a:gd name="T76" fmla="*/ 0 w 19199"/>
              <a:gd name="T77" fmla="*/ 5553 h 8543"/>
              <a:gd name="T78" fmla="*/ 0 w 19199"/>
              <a:gd name="T79" fmla="*/ 4528 h 8543"/>
              <a:gd name="T80" fmla="*/ 16631 w 19199"/>
              <a:gd name="T81" fmla="*/ 4282 h 8543"/>
              <a:gd name="T82" fmla="*/ 14059 w 19199"/>
              <a:gd name="T83" fmla="*/ 4151 h 8543"/>
              <a:gd name="T84" fmla="*/ 17025 w 19199"/>
              <a:gd name="T85" fmla="*/ 1427 h 8543"/>
              <a:gd name="T86" fmla="*/ 16311 w 19199"/>
              <a:gd name="T87" fmla="*/ 2024 h 8543"/>
              <a:gd name="T88" fmla="*/ 17740 w 19199"/>
              <a:gd name="T89" fmla="*/ 1907 h 8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199" h="8543">
                <a:moveTo>
                  <a:pt x="285" y="5150"/>
                </a:moveTo>
                <a:lnTo>
                  <a:pt x="285" y="5150"/>
                </a:lnTo>
                <a:cubicBezTo>
                  <a:pt x="565" y="4868"/>
                  <a:pt x="792" y="4537"/>
                  <a:pt x="946" y="4165"/>
                </a:cubicBezTo>
                <a:cubicBezTo>
                  <a:pt x="950" y="4123"/>
                  <a:pt x="954" y="4080"/>
                  <a:pt x="957" y="4036"/>
                </a:cubicBezTo>
                <a:cubicBezTo>
                  <a:pt x="860" y="4071"/>
                  <a:pt x="770" y="4123"/>
                  <a:pt x="681" y="4188"/>
                </a:cubicBezTo>
                <a:cubicBezTo>
                  <a:pt x="518" y="4537"/>
                  <a:pt x="284" y="4845"/>
                  <a:pt x="0" y="5101"/>
                </a:cubicBezTo>
                <a:lnTo>
                  <a:pt x="0" y="5267"/>
                </a:lnTo>
                <a:cubicBezTo>
                  <a:pt x="48" y="5247"/>
                  <a:pt x="96" y="5227"/>
                  <a:pt x="145" y="5207"/>
                </a:cubicBezTo>
                <a:cubicBezTo>
                  <a:pt x="191" y="5188"/>
                  <a:pt x="239" y="5169"/>
                  <a:pt x="285" y="5150"/>
                </a:cubicBezTo>
                <a:close/>
                <a:moveTo>
                  <a:pt x="13742" y="6947"/>
                </a:moveTo>
                <a:lnTo>
                  <a:pt x="13742" y="6947"/>
                </a:lnTo>
                <a:cubicBezTo>
                  <a:pt x="10070" y="6947"/>
                  <a:pt x="9296" y="5007"/>
                  <a:pt x="5087" y="5007"/>
                </a:cubicBezTo>
                <a:cubicBezTo>
                  <a:pt x="2649" y="5007"/>
                  <a:pt x="1364" y="5658"/>
                  <a:pt x="0" y="6206"/>
                </a:cubicBezTo>
                <a:lnTo>
                  <a:pt x="0" y="6459"/>
                </a:lnTo>
                <a:cubicBezTo>
                  <a:pt x="1385" y="5908"/>
                  <a:pt x="2654" y="5242"/>
                  <a:pt x="5087" y="5242"/>
                </a:cubicBezTo>
                <a:cubicBezTo>
                  <a:pt x="9241" y="5242"/>
                  <a:pt x="10001" y="7182"/>
                  <a:pt x="13742" y="7182"/>
                </a:cubicBezTo>
                <a:cubicBezTo>
                  <a:pt x="15262" y="7182"/>
                  <a:pt x="16685" y="6655"/>
                  <a:pt x="17770" y="5695"/>
                </a:cubicBezTo>
                <a:lnTo>
                  <a:pt x="18942" y="8543"/>
                </a:lnTo>
                <a:lnTo>
                  <a:pt x="19196" y="8543"/>
                </a:lnTo>
                <a:lnTo>
                  <a:pt x="17859" y="5293"/>
                </a:lnTo>
                <a:cubicBezTo>
                  <a:pt x="16659" y="6419"/>
                  <a:pt x="15293" y="6947"/>
                  <a:pt x="13742" y="6947"/>
                </a:cubicBezTo>
                <a:close/>
                <a:moveTo>
                  <a:pt x="13742" y="7544"/>
                </a:moveTo>
                <a:lnTo>
                  <a:pt x="13742" y="7544"/>
                </a:lnTo>
                <a:cubicBezTo>
                  <a:pt x="9914" y="7544"/>
                  <a:pt x="9144" y="5604"/>
                  <a:pt x="5087" y="5604"/>
                </a:cubicBezTo>
                <a:cubicBezTo>
                  <a:pt x="2673" y="5604"/>
                  <a:pt x="1423" y="6291"/>
                  <a:pt x="0" y="6847"/>
                </a:cubicBezTo>
                <a:lnTo>
                  <a:pt x="0" y="7099"/>
                </a:lnTo>
                <a:cubicBezTo>
                  <a:pt x="1450" y="6540"/>
                  <a:pt x="2690" y="5839"/>
                  <a:pt x="5087" y="5839"/>
                </a:cubicBezTo>
                <a:cubicBezTo>
                  <a:pt x="9078" y="5839"/>
                  <a:pt x="9860" y="7779"/>
                  <a:pt x="13742" y="7779"/>
                </a:cubicBezTo>
                <a:cubicBezTo>
                  <a:pt x="15003" y="7779"/>
                  <a:pt x="16217" y="7443"/>
                  <a:pt x="17262" y="6807"/>
                </a:cubicBezTo>
                <a:lnTo>
                  <a:pt x="18041" y="8543"/>
                </a:lnTo>
                <a:lnTo>
                  <a:pt x="18298" y="8543"/>
                </a:lnTo>
                <a:lnTo>
                  <a:pt x="17365" y="6463"/>
                </a:lnTo>
                <a:cubicBezTo>
                  <a:pt x="16290" y="7150"/>
                  <a:pt x="15133" y="7544"/>
                  <a:pt x="13742" y="7544"/>
                </a:cubicBezTo>
                <a:close/>
                <a:moveTo>
                  <a:pt x="10030" y="5207"/>
                </a:moveTo>
                <a:lnTo>
                  <a:pt x="10030" y="5207"/>
                </a:lnTo>
                <a:cubicBezTo>
                  <a:pt x="10251" y="5298"/>
                  <a:pt x="10470" y="5388"/>
                  <a:pt x="10691" y="5474"/>
                </a:cubicBezTo>
                <a:cubicBezTo>
                  <a:pt x="10170" y="5175"/>
                  <a:pt x="9747" y="4730"/>
                  <a:pt x="9494" y="4188"/>
                </a:cubicBezTo>
                <a:cubicBezTo>
                  <a:pt x="9405" y="4123"/>
                  <a:pt x="9315" y="4071"/>
                  <a:pt x="9218" y="4036"/>
                </a:cubicBezTo>
                <a:cubicBezTo>
                  <a:pt x="9221" y="4080"/>
                  <a:pt x="9225" y="4123"/>
                  <a:pt x="9229" y="4165"/>
                </a:cubicBezTo>
                <a:cubicBezTo>
                  <a:pt x="9383" y="4537"/>
                  <a:pt x="9610" y="4868"/>
                  <a:pt x="9889" y="5150"/>
                </a:cubicBezTo>
                <a:cubicBezTo>
                  <a:pt x="9936" y="5169"/>
                  <a:pt x="9984" y="5188"/>
                  <a:pt x="10030" y="5207"/>
                </a:cubicBezTo>
                <a:close/>
                <a:moveTo>
                  <a:pt x="15758" y="5619"/>
                </a:moveTo>
                <a:lnTo>
                  <a:pt x="15758" y="5619"/>
                </a:lnTo>
                <a:cubicBezTo>
                  <a:pt x="17300" y="4956"/>
                  <a:pt x="18337" y="3465"/>
                  <a:pt x="18337" y="1906"/>
                </a:cubicBezTo>
                <a:cubicBezTo>
                  <a:pt x="18337" y="1184"/>
                  <a:pt x="17748" y="595"/>
                  <a:pt x="17025" y="595"/>
                </a:cubicBezTo>
                <a:cubicBezTo>
                  <a:pt x="16302" y="595"/>
                  <a:pt x="15714" y="1184"/>
                  <a:pt x="15714" y="1907"/>
                </a:cubicBezTo>
                <a:cubicBezTo>
                  <a:pt x="15714" y="2301"/>
                  <a:pt x="16034" y="2621"/>
                  <a:pt x="16428" y="2621"/>
                </a:cubicBezTo>
                <a:cubicBezTo>
                  <a:pt x="16822" y="2621"/>
                  <a:pt x="17143" y="2301"/>
                  <a:pt x="17143" y="1907"/>
                </a:cubicBezTo>
                <a:lnTo>
                  <a:pt x="17143" y="1789"/>
                </a:lnTo>
                <a:lnTo>
                  <a:pt x="16908" y="1789"/>
                </a:lnTo>
                <a:lnTo>
                  <a:pt x="16908" y="1907"/>
                </a:lnTo>
                <a:cubicBezTo>
                  <a:pt x="16908" y="2171"/>
                  <a:pt x="16693" y="2386"/>
                  <a:pt x="16428" y="2386"/>
                </a:cubicBezTo>
                <a:cubicBezTo>
                  <a:pt x="16164" y="2386"/>
                  <a:pt x="15949" y="2171"/>
                  <a:pt x="15949" y="1907"/>
                </a:cubicBezTo>
                <a:cubicBezTo>
                  <a:pt x="15949" y="1313"/>
                  <a:pt x="16432" y="831"/>
                  <a:pt x="17025" y="831"/>
                </a:cubicBezTo>
                <a:cubicBezTo>
                  <a:pt x="17619" y="831"/>
                  <a:pt x="18101" y="1313"/>
                  <a:pt x="18101" y="1907"/>
                </a:cubicBezTo>
                <a:cubicBezTo>
                  <a:pt x="18101" y="3372"/>
                  <a:pt x="17122" y="4777"/>
                  <a:pt x="15665" y="5402"/>
                </a:cubicBezTo>
                <a:cubicBezTo>
                  <a:pt x="14383" y="5953"/>
                  <a:pt x="13067" y="5757"/>
                  <a:pt x="12144" y="4880"/>
                </a:cubicBezTo>
                <a:cubicBezTo>
                  <a:pt x="12122" y="4859"/>
                  <a:pt x="12090" y="4827"/>
                  <a:pt x="12055" y="4789"/>
                </a:cubicBezTo>
                <a:cubicBezTo>
                  <a:pt x="11944" y="4753"/>
                  <a:pt x="11822" y="4724"/>
                  <a:pt x="11681" y="4706"/>
                </a:cubicBezTo>
                <a:cubicBezTo>
                  <a:pt x="11681" y="4707"/>
                  <a:pt x="11681" y="4708"/>
                  <a:pt x="11681" y="4709"/>
                </a:cubicBezTo>
                <a:cubicBezTo>
                  <a:pt x="11809" y="4884"/>
                  <a:pt x="11957" y="5027"/>
                  <a:pt x="11982" y="5051"/>
                </a:cubicBezTo>
                <a:cubicBezTo>
                  <a:pt x="12967" y="5987"/>
                  <a:pt x="14376" y="6212"/>
                  <a:pt x="15758" y="5619"/>
                </a:cubicBezTo>
                <a:close/>
                <a:moveTo>
                  <a:pt x="9929" y="5452"/>
                </a:moveTo>
                <a:lnTo>
                  <a:pt x="9929" y="5452"/>
                </a:lnTo>
                <a:cubicBezTo>
                  <a:pt x="11036" y="5909"/>
                  <a:pt x="12082" y="6340"/>
                  <a:pt x="13742" y="6340"/>
                </a:cubicBezTo>
                <a:cubicBezTo>
                  <a:pt x="16475" y="6340"/>
                  <a:pt x="18698" y="4351"/>
                  <a:pt x="18698" y="1907"/>
                </a:cubicBezTo>
                <a:cubicBezTo>
                  <a:pt x="18698" y="984"/>
                  <a:pt x="17948" y="234"/>
                  <a:pt x="17025" y="234"/>
                </a:cubicBezTo>
                <a:cubicBezTo>
                  <a:pt x="16103" y="234"/>
                  <a:pt x="15352" y="984"/>
                  <a:pt x="15352" y="1907"/>
                </a:cubicBezTo>
                <a:cubicBezTo>
                  <a:pt x="15352" y="2621"/>
                  <a:pt x="16039" y="3140"/>
                  <a:pt x="16729" y="2940"/>
                </a:cubicBezTo>
                <a:lnTo>
                  <a:pt x="16989" y="2865"/>
                </a:lnTo>
                <a:lnTo>
                  <a:pt x="16867" y="3106"/>
                </a:lnTo>
                <a:cubicBezTo>
                  <a:pt x="16545" y="3743"/>
                  <a:pt x="15997" y="4122"/>
                  <a:pt x="15402" y="4122"/>
                </a:cubicBezTo>
                <a:cubicBezTo>
                  <a:pt x="14796" y="4122"/>
                  <a:pt x="14501" y="3910"/>
                  <a:pt x="13713" y="3891"/>
                </a:cubicBezTo>
                <a:cubicBezTo>
                  <a:pt x="13743" y="4648"/>
                  <a:pt x="14043" y="5144"/>
                  <a:pt x="14795" y="5028"/>
                </a:cubicBezTo>
                <a:cubicBezTo>
                  <a:pt x="15114" y="5082"/>
                  <a:pt x="15357" y="5079"/>
                  <a:pt x="15608" y="5049"/>
                </a:cubicBezTo>
                <a:cubicBezTo>
                  <a:pt x="15205" y="5214"/>
                  <a:pt x="14764" y="5305"/>
                  <a:pt x="14302" y="5305"/>
                </a:cubicBezTo>
                <a:cubicBezTo>
                  <a:pt x="12815" y="5305"/>
                  <a:pt x="12763" y="4493"/>
                  <a:pt x="11435" y="4449"/>
                </a:cubicBezTo>
                <a:cubicBezTo>
                  <a:pt x="11449" y="5468"/>
                  <a:pt x="11748" y="5575"/>
                  <a:pt x="12290" y="5696"/>
                </a:cubicBezTo>
                <a:cubicBezTo>
                  <a:pt x="12495" y="5830"/>
                  <a:pt x="12711" y="5942"/>
                  <a:pt x="12936" y="6030"/>
                </a:cubicBezTo>
                <a:cubicBezTo>
                  <a:pt x="12521" y="5997"/>
                  <a:pt x="12072" y="5921"/>
                  <a:pt x="11653" y="5747"/>
                </a:cubicBezTo>
                <a:cubicBezTo>
                  <a:pt x="10325" y="5235"/>
                  <a:pt x="10073" y="3837"/>
                  <a:pt x="8973" y="3745"/>
                </a:cubicBezTo>
                <a:cubicBezTo>
                  <a:pt x="8977" y="4614"/>
                  <a:pt x="9131" y="5122"/>
                  <a:pt x="9929" y="5452"/>
                </a:cubicBezTo>
                <a:close/>
                <a:moveTo>
                  <a:pt x="0" y="4176"/>
                </a:moveTo>
                <a:lnTo>
                  <a:pt x="0" y="4176"/>
                </a:lnTo>
                <a:cubicBezTo>
                  <a:pt x="347" y="3802"/>
                  <a:pt x="724" y="3505"/>
                  <a:pt x="1320" y="3505"/>
                </a:cubicBezTo>
                <a:lnTo>
                  <a:pt x="1437" y="3505"/>
                </a:lnTo>
                <a:lnTo>
                  <a:pt x="1437" y="3623"/>
                </a:lnTo>
                <a:cubicBezTo>
                  <a:pt x="1437" y="4083"/>
                  <a:pt x="1436" y="4655"/>
                  <a:pt x="1111" y="5106"/>
                </a:cubicBezTo>
                <a:cubicBezTo>
                  <a:pt x="2134" y="4721"/>
                  <a:pt x="3310" y="4400"/>
                  <a:pt x="5087" y="4400"/>
                </a:cubicBezTo>
                <a:cubicBezTo>
                  <a:pt x="6865" y="4400"/>
                  <a:pt x="8041" y="4721"/>
                  <a:pt x="9064" y="5106"/>
                </a:cubicBezTo>
                <a:cubicBezTo>
                  <a:pt x="8739" y="4655"/>
                  <a:pt x="8737" y="4083"/>
                  <a:pt x="8737" y="3623"/>
                </a:cubicBezTo>
                <a:lnTo>
                  <a:pt x="8737" y="3505"/>
                </a:lnTo>
                <a:lnTo>
                  <a:pt x="8855" y="3505"/>
                </a:lnTo>
                <a:cubicBezTo>
                  <a:pt x="10057" y="3505"/>
                  <a:pt x="10370" y="4714"/>
                  <a:pt x="11344" y="5329"/>
                </a:cubicBezTo>
                <a:cubicBezTo>
                  <a:pt x="11217" y="5043"/>
                  <a:pt x="11200" y="4685"/>
                  <a:pt x="11200" y="4329"/>
                </a:cubicBezTo>
                <a:lnTo>
                  <a:pt x="11200" y="4212"/>
                </a:lnTo>
                <a:lnTo>
                  <a:pt x="11317" y="4212"/>
                </a:lnTo>
                <a:cubicBezTo>
                  <a:pt x="12696" y="4212"/>
                  <a:pt x="12844" y="4912"/>
                  <a:pt x="13911" y="5046"/>
                </a:cubicBezTo>
                <a:cubicBezTo>
                  <a:pt x="13626" y="4796"/>
                  <a:pt x="13476" y="4355"/>
                  <a:pt x="13476" y="3772"/>
                </a:cubicBezTo>
                <a:lnTo>
                  <a:pt x="13476" y="3654"/>
                </a:lnTo>
                <a:lnTo>
                  <a:pt x="13593" y="3654"/>
                </a:lnTo>
                <a:cubicBezTo>
                  <a:pt x="14501" y="3654"/>
                  <a:pt x="14809" y="3887"/>
                  <a:pt x="15402" y="3887"/>
                </a:cubicBezTo>
                <a:cubicBezTo>
                  <a:pt x="15838" y="3887"/>
                  <a:pt x="16248" y="3640"/>
                  <a:pt x="16532" y="3214"/>
                </a:cubicBezTo>
                <a:cubicBezTo>
                  <a:pt x="15766" y="3274"/>
                  <a:pt x="15117" y="2667"/>
                  <a:pt x="15117" y="1907"/>
                </a:cubicBezTo>
                <a:cubicBezTo>
                  <a:pt x="15117" y="855"/>
                  <a:pt x="15973" y="0"/>
                  <a:pt x="17025" y="0"/>
                </a:cubicBezTo>
                <a:cubicBezTo>
                  <a:pt x="18077" y="0"/>
                  <a:pt x="18933" y="854"/>
                  <a:pt x="18934" y="1906"/>
                </a:cubicBezTo>
                <a:lnTo>
                  <a:pt x="18934" y="1906"/>
                </a:lnTo>
                <a:lnTo>
                  <a:pt x="18934" y="1907"/>
                </a:lnTo>
                <a:lnTo>
                  <a:pt x="18934" y="1907"/>
                </a:lnTo>
                <a:cubicBezTo>
                  <a:pt x="18933" y="2653"/>
                  <a:pt x="18737" y="3358"/>
                  <a:pt x="18390" y="3984"/>
                </a:cubicBezTo>
                <a:lnTo>
                  <a:pt x="19199" y="6150"/>
                </a:lnTo>
                <a:lnTo>
                  <a:pt x="19199" y="6821"/>
                </a:lnTo>
                <a:lnTo>
                  <a:pt x="18235" y="4241"/>
                </a:lnTo>
                <a:cubicBezTo>
                  <a:pt x="17336" y="5635"/>
                  <a:pt x="15659" y="6575"/>
                  <a:pt x="13742" y="6575"/>
                </a:cubicBezTo>
                <a:cubicBezTo>
                  <a:pt x="10162" y="6575"/>
                  <a:pt x="9391" y="4635"/>
                  <a:pt x="5087" y="4635"/>
                </a:cubicBezTo>
                <a:cubicBezTo>
                  <a:pt x="2636" y="4635"/>
                  <a:pt x="1331" y="5265"/>
                  <a:pt x="0" y="5807"/>
                </a:cubicBezTo>
                <a:lnTo>
                  <a:pt x="0" y="5553"/>
                </a:lnTo>
                <a:cubicBezTo>
                  <a:pt x="81" y="5519"/>
                  <a:pt x="163" y="5486"/>
                  <a:pt x="245" y="5452"/>
                </a:cubicBezTo>
                <a:cubicBezTo>
                  <a:pt x="1044" y="5122"/>
                  <a:pt x="1197" y="4613"/>
                  <a:pt x="1202" y="3745"/>
                </a:cubicBezTo>
                <a:cubicBezTo>
                  <a:pt x="678" y="3789"/>
                  <a:pt x="346" y="4129"/>
                  <a:pt x="0" y="4528"/>
                </a:cubicBezTo>
                <a:lnTo>
                  <a:pt x="0" y="4176"/>
                </a:lnTo>
                <a:close/>
                <a:moveTo>
                  <a:pt x="16631" y="4282"/>
                </a:moveTo>
                <a:lnTo>
                  <a:pt x="16631" y="4282"/>
                </a:lnTo>
                <a:cubicBezTo>
                  <a:pt x="15835" y="4866"/>
                  <a:pt x="14797" y="4817"/>
                  <a:pt x="14044" y="4413"/>
                </a:cubicBezTo>
                <a:cubicBezTo>
                  <a:pt x="14014" y="4333"/>
                  <a:pt x="13990" y="4243"/>
                  <a:pt x="13973" y="4141"/>
                </a:cubicBezTo>
                <a:cubicBezTo>
                  <a:pt x="14004" y="4144"/>
                  <a:pt x="14031" y="4148"/>
                  <a:pt x="14059" y="4151"/>
                </a:cubicBezTo>
                <a:cubicBezTo>
                  <a:pt x="14580" y="4470"/>
                  <a:pt x="15623" y="4730"/>
                  <a:pt x="16492" y="4092"/>
                </a:cubicBezTo>
                <a:cubicBezTo>
                  <a:pt x="17126" y="3628"/>
                  <a:pt x="17505" y="2811"/>
                  <a:pt x="17505" y="1907"/>
                </a:cubicBezTo>
                <a:cubicBezTo>
                  <a:pt x="17505" y="1643"/>
                  <a:pt x="17290" y="1427"/>
                  <a:pt x="17025" y="1427"/>
                </a:cubicBezTo>
                <a:cubicBezTo>
                  <a:pt x="16761" y="1427"/>
                  <a:pt x="16546" y="1643"/>
                  <a:pt x="16546" y="1907"/>
                </a:cubicBezTo>
                <a:lnTo>
                  <a:pt x="16546" y="2024"/>
                </a:lnTo>
                <a:lnTo>
                  <a:pt x="16311" y="2024"/>
                </a:lnTo>
                <a:lnTo>
                  <a:pt x="16311" y="1907"/>
                </a:lnTo>
                <a:cubicBezTo>
                  <a:pt x="16311" y="1513"/>
                  <a:pt x="16631" y="1192"/>
                  <a:pt x="17025" y="1192"/>
                </a:cubicBezTo>
                <a:cubicBezTo>
                  <a:pt x="17419" y="1192"/>
                  <a:pt x="17740" y="1513"/>
                  <a:pt x="17740" y="1907"/>
                </a:cubicBezTo>
                <a:cubicBezTo>
                  <a:pt x="17740" y="2885"/>
                  <a:pt x="17325" y="3773"/>
                  <a:pt x="16631" y="4282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0423F-B7EF-7848-8C6C-5503B745FE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1" y="553616"/>
            <a:ext cx="8412057" cy="1945744"/>
          </a:xfrm>
        </p:spPr>
        <p:txBody>
          <a:bodyPr anchor="b">
            <a:noAutofit/>
          </a:bodyPr>
          <a:lstStyle>
            <a:lvl1pPr algn="l">
              <a:defRPr sz="5333" spc="-107" baseline="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CC53A-60A0-F740-8E06-61421EAF57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2682240"/>
            <a:ext cx="8412057" cy="609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MONTH 00, 0000  |  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5A740-0F78-404E-8D2B-CA4E32C87F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D1B5C-558A-7A43-A7F3-CC5277A30B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5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5920"/>
            <a:ext cx="10972800" cy="4267200"/>
          </a:xfrm>
        </p:spPr>
        <p:txBody>
          <a:bodyPr numCol="2" spcCol="274320"/>
          <a:lstStyle>
            <a:lvl1pPr marL="304792" indent="-304792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lvl1pPr>
            <a:lvl2pPr marL="536435">
              <a:defRPr sz="1467"/>
            </a:lvl2pPr>
            <a:lvl3pPr marL="755885">
              <a:defRPr sz="1333"/>
            </a:lvl3pPr>
            <a:lvl4pPr marL="987527">
              <a:defRPr sz="1200"/>
            </a:lvl4pPr>
            <a:lvl5pPr marL="1219170">
              <a:defRPr sz="1067"/>
            </a:lvl5pPr>
            <a:lvl6pPr marL="1450812">
              <a:defRPr/>
            </a:lvl6pPr>
            <a:lvl7pPr marL="1682454">
              <a:defRPr/>
            </a:lvl7pPr>
            <a:lvl8pPr marL="1901904">
              <a:defRPr/>
            </a:lvl8pPr>
            <a:lvl9pPr marL="2133547"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64519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313554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43564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>
            <a:lvl1pPr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>
            <a:normAutofit/>
          </a:bodyPr>
          <a:lstStyle>
            <a:lvl1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467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33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0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C7B7800-7190-394B-947C-B8A7D81D5A47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9570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759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FDCE18C-4FAF-B84F-8867-AB8B41FDCAC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68101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68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59B34E4-1128-6E4F-A42E-FF25BFC2E1DE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964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94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140389-BD01-794D-86E4-AD478067964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8CE33-9527-7642-BB0E-6FDA3BC24ECF}"/>
              </a:ext>
            </a:extLst>
          </p:cNvPr>
          <p:cNvSpPr txBox="1"/>
          <p:nvPr userDrawn="1"/>
        </p:nvSpPr>
        <p:spPr>
          <a:xfrm>
            <a:off x="931524" y="13287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996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7619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24780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2006600"/>
            <a:ext cx="5181600" cy="3907367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7675" y="2006600"/>
            <a:ext cx="5181600" cy="3907367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1695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41961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726072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57341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Blue">
    <p:bg>
      <p:bgPr>
        <a:solidFill>
          <a:srgbClr val="006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175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252441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55134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Gray">
    <p:bg>
      <p:bgPr>
        <a:solidFill>
          <a:srgbClr val="888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94928BC-ACC1-F744-BDCA-844252C7B843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85760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6A3B-A09F-2F48-89B5-88F69CD0D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1BBA-E035-AC4A-9970-B27091D75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85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3FE97-439F-A649-87BE-06EB6810A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959489" y="6398996"/>
            <a:ext cx="1219200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53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006FCF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2pPr>
            <a:lvl3pPr marL="23469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3pPr>
            <a:lvl4pPr marL="454141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4pPr>
            <a:lvl5pPr marL="685783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5pPr>
            <a:lvl6pPr marL="917425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6pPr>
            <a:lvl7pPr marL="1136876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7pPr>
            <a:lvl8pPr marL="1368518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8pPr>
            <a:lvl9pPr marL="160016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E82B13-13AC-994D-B028-46AE92867D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24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D7505-3A56-974B-9FD0-1C9DD6BE9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0"/>
            <a:ext cx="2670048" cy="463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bg2"/>
                </a:solidFill>
              </a:defRPr>
            </a:lvl1pPr>
            <a:lvl2pPr marL="0" indent="-228594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Char char="▪"/>
              <a:defRPr sz="1333">
                <a:solidFill>
                  <a:schemeClr val="bg2"/>
                </a:solidFill>
              </a:defRPr>
            </a:lvl2pPr>
            <a:lvl3pPr marL="46328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3pPr>
            <a:lvl4pPr marL="682735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4pPr>
            <a:lvl5pPr marL="914377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5pPr>
            <a:lvl6pPr marL="1146019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6pPr>
            <a:lvl7pPr marL="1365470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7pPr>
            <a:lvl8pPr marL="1597112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8pPr>
            <a:lvl9pPr marL="182875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33987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 userDrawn="1"/>
        </p:nvSpPr>
        <p:spPr bwMode="hidden">
          <a:xfrm>
            <a:off x="0" y="1436749"/>
            <a:ext cx="12192000" cy="5421252"/>
          </a:xfrm>
          <a:custGeom>
            <a:avLst/>
            <a:gdLst>
              <a:gd name="T0" fmla="*/ 946 w 19199"/>
              <a:gd name="T1" fmla="*/ 4165 h 8543"/>
              <a:gd name="T2" fmla="*/ 0 w 19199"/>
              <a:gd name="T3" fmla="*/ 5101 h 8543"/>
              <a:gd name="T4" fmla="*/ 285 w 19199"/>
              <a:gd name="T5" fmla="*/ 5150 h 8543"/>
              <a:gd name="T6" fmla="*/ 5087 w 19199"/>
              <a:gd name="T7" fmla="*/ 5007 h 8543"/>
              <a:gd name="T8" fmla="*/ 5087 w 19199"/>
              <a:gd name="T9" fmla="*/ 5242 h 8543"/>
              <a:gd name="T10" fmla="*/ 18942 w 19199"/>
              <a:gd name="T11" fmla="*/ 8543 h 8543"/>
              <a:gd name="T12" fmla="*/ 13742 w 19199"/>
              <a:gd name="T13" fmla="*/ 6947 h 8543"/>
              <a:gd name="T14" fmla="*/ 5087 w 19199"/>
              <a:gd name="T15" fmla="*/ 5604 h 8543"/>
              <a:gd name="T16" fmla="*/ 5087 w 19199"/>
              <a:gd name="T17" fmla="*/ 5839 h 8543"/>
              <a:gd name="T18" fmla="*/ 18041 w 19199"/>
              <a:gd name="T19" fmla="*/ 8543 h 8543"/>
              <a:gd name="T20" fmla="*/ 13742 w 19199"/>
              <a:gd name="T21" fmla="*/ 7544 h 8543"/>
              <a:gd name="T22" fmla="*/ 10691 w 19199"/>
              <a:gd name="T23" fmla="*/ 5474 h 8543"/>
              <a:gd name="T24" fmla="*/ 9229 w 19199"/>
              <a:gd name="T25" fmla="*/ 4165 h 8543"/>
              <a:gd name="T26" fmla="*/ 15758 w 19199"/>
              <a:gd name="T27" fmla="*/ 5619 h 8543"/>
              <a:gd name="T28" fmla="*/ 17025 w 19199"/>
              <a:gd name="T29" fmla="*/ 595 h 8543"/>
              <a:gd name="T30" fmla="*/ 17143 w 19199"/>
              <a:gd name="T31" fmla="*/ 1907 h 8543"/>
              <a:gd name="T32" fmla="*/ 16908 w 19199"/>
              <a:gd name="T33" fmla="*/ 1907 h 8543"/>
              <a:gd name="T34" fmla="*/ 17025 w 19199"/>
              <a:gd name="T35" fmla="*/ 831 h 8543"/>
              <a:gd name="T36" fmla="*/ 12144 w 19199"/>
              <a:gd name="T37" fmla="*/ 4880 h 8543"/>
              <a:gd name="T38" fmla="*/ 11681 w 19199"/>
              <a:gd name="T39" fmla="*/ 4709 h 8543"/>
              <a:gd name="T40" fmla="*/ 9929 w 19199"/>
              <a:gd name="T41" fmla="*/ 5452 h 8543"/>
              <a:gd name="T42" fmla="*/ 18698 w 19199"/>
              <a:gd name="T43" fmla="*/ 1907 h 8543"/>
              <a:gd name="T44" fmla="*/ 16729 w 19199"/>
              <a:gd name="T45" fmla="*/ 2940 h 8543"/>
              <a:gd name="T46" fmla="*/ 15402 w 19199"/>
              <a:gd name="T47" fmla="*/ 4122 h 8543"/>
              <a:gd name="T48" fmla="*/ 15608 w 19199"/>
              <a:gd name="T49" fmla="*/ 5049 h 8543"/>
              <a:gd name="T50" fmla="*/ 12290 w 19199"/>
              <a:gd name="T51" fmla="*/ 5696 h 8543"/>
              <a:gd name="T52" fmla="*/ 8973 w 19199"/>
              <a:gd name="T53" fmla="*/ 3745 h 8543"/>
              <a:gd name="T54" fmla="*/ 0 w 19199"/>
              <a:gd name="T55" fmla="*/ 4176 h 8543"/>
              <a:gd name="T56" fmla="*/ 1437 w 19199"/>
              <a:gd name="T57" fmla="*/ 3623 h 8543"/>
              <a:gd name="T58" fmla="*/ 9064 w 19199"/>
              <a:gd name="T59" fmla="*/ 5106 h 8543"/>
              <a:gd name="T60" fmla="*/ 8855 w 19199"/>
              <a:gd name="T61" fmla="*/ 3505 h 8543"/>
              <a:gd name="T62" fmla="*/ 11200 w 19199"/>
              <a:gd name="T63" fmla="*/ 4212 h 8543"/>
              <a:gd name="T64" fmla="*/ 13476 w 19199"/>
              <a:gd name="T65" fmla="*/ 3772 h 8543"/>
              <a:gd name="T66" fmla="*/ 15402 w 19199"/>
              <a:gd name="T67" fmla="*/ 3887 h 8543"/>
              <a:gd name="T68" fmla="*/ 17025 w 19199"/>
              <a:gd name="T69" fmla="*/ 0 h 8543"/>
              <a:gd name="T70" fmla="*/ 18934 w 19199"/>
              <a:gd name="T71" fmla="*/ 1907 h 8543"/>
              <a:gd name="T72" fmla="*/ 19199 w 19199"/>
              <a:gd name="T73" fmla="*/ 6150 h 8543"/>
              <a:gd name="T74" fmla="*/ 13742 w 19199"/>
              <a:gd name="T75" fmla="*/ 6575 h 8543"/>
              <a:gd name="T76" fmla="*/ 0 w 19199"/>
              <a:gd name="T77" fmla="*/ 5553 h 8543"/>
              <a:gd name="T78" fmla="*/ 0 w 19199"/>
              <a:gd name="T79" fmla="*/ 4528 h 8543"/>
              <a:gd name="T80" fmla="*/ 16631 w 19199"/>
              <a:gd name="T81" fmla="*/ 4282 h 8543"/>
              <a:gd name="T82" fmla="*/ 14059 w 19199"/>
              <a:gd name="T83" fmla="*/ 4151 h 8543"/>
              <a:gd name="T84" fmla="*/ 17025 w 19199"/>
              <a:gd name="T85" fmla="*/ 1427 h 8543"/>
              <a:gd name="T86" fmla="*/ 16311 w 19199"/>
              <a:gd name="T87" fmla="*/ 2024 h 8543"/>
              <a:gd name="T88" fmla="*/ 17740 w 19199"/>
              <a:gd name="T89" fmla="*/ 1907 h 8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199" h="8543">
                <a:moveTo>
                  <a:pt x="285" y="5150"/>
                </a:moveTo>
                <a:lnTo>
                  <a:pt x="285" y="5150"/>
                </a:lnTo>
                <a:cubicBezTo>
                  <a:pt x="565" y="4868"/>
                  <a:pt x="792" y="4537"/>
                  <a:pt x="946" y="4165"/>
                </a:cubicBezTo>
                <a:cubicBezTo>
                  <a:pt x="950" y="4123"/>
                  <a:pt x="954" y="4080"/>
                  <a:pt x="957" y="4036"/>
                </a:cubicBezTo>
                <a:cubicBezTo>
                  <a:pt x="860" y="4071"/>
                  <a:pt x="770" y="4123"/>
                  <a:pt x="681" y="4188"/>
                </a:cubicBezTo>
                <a:cubicBezTo>
                  <a:pt x="518" y="4537"/>
                  <a:pt x="284" y="4845"/>
                  <a:pt x="0" y="5101"/>
                </a:cubicBezTo>
                <a:lnTo>
                  <a:pt x="0" y="5267"/>
                </a:lnTo>
                <a:cubicBezTo>
                  <a:pt x="48" y="5247"/>
                  <a:pt x="96" y="5227"/>
                  <a:pt x="145" y="5207"/>
                </a:cubicBezTo>
                <a:cubicBezTo>
                  <a:pt x="191" y="5188"/>
                  <a:pt x="239" y="5169"/>
                  <a:pt x="285" y="5150"/>
                </a:cubicBezTo>
                <a:close/>
                <a:moveTo>
                  <a:pt x="13742" y="6947"/>
                </a:moveTo>
                <a:lnTo>
                  <a:pt x="13742" y="6947"/>
                </a:lnTo>
                <a:cubicBezTo>
                  <a:pt x="10070" y="6947"/>
                  <a:pt x="9296" y="5007"/>
                  <a:pt x="5087" y="5007"/>
                </a:cubicBezTo>
                <a:cubicBezTo>
                  <a:pt x="2649" y="5007"/>
                  <a:pt x="1364" y="5658"/>
                  <a:pt x="0" y="6206"/>
                </a:cubicBezTo>
                <a:lnTo>
                  <a:pt x="0" y="6459"/>
                </a:lnTo>
                <a:cubicBezTo>
                  <a:pt x="1385" y="5908"/>
                  <a:pt x="2654" y="5242"/>
                  <a:pt x="5087" y="5242"/>
                </a:cubicBezTo>
                <a:cubicBezTo>
                  <a:pt x="9241" y="5242"/>
                  <a:pt x="10001" y="7182"/>
                  <a:pt x="13742" y="7182"/>
                </a:cubicBezTo>
                <a:cubicBezTo>
                  <a:pt x="15262" y="7182"/>
                  <a:pt x="16685" y="6655"/>
                  <a:pt x="17770" y="5695"/>
                </a:cubicBezTo>
                <a:lnTo>
                  <a:pt x="18942" y="8543"/>
                </a:lnTo>
                <a:lnTo>
                  <a:pt x="19196" y="8543"/>
                </a:lnTo>
                <a:lnTo>
                  <a:pt x="17859" y="5293"/>
                </a:lnTo>
                <a:cubicBezTo>
                  <a:pt x="16659" y="6419"/>
                  <a:pt x="15293" y="6947"/>
                  <a:pt x="13742" y="6947"/>
                </a:cubicBezTo>
                <a:close/>
                <a:moveTo>
                  <a:pt x="13742" y="7544"/>
                </a:moveTo>
                <a:lnTo>
                  <a:pt x="13742" y="7544"/>
                </a:lnTo>
                <a:cubicBezTo>
                  <a:pt x="9914" y="7544"/>
                  <a:pt x="9144" y="5604"/>
                  <a:pt x="5087" y="5604"/>
                </a:cubicBezTo>
                <a:cubicBezTo>
                  <a:pt x="2673" y="5604"/>
                  <a:pt x="1423" y="6291"/>
                  <a:pt x="0" y="6847"/>
                </a:cubicBezTo>
                <a:lnTo>
                  <a:pt x="0" y="7099"/>
                </a:lnTo>
                <a:cubicBezTo>
                  <a:pt x="1450" y="6540"/>
                  <a:pt x="2690" y="5839"/>
                  <a:pt x="5087" y="5839"/>
                </a:cubicBezTo>
                <a:cubicBezTo>
                  <a:pt x="9078" y="5839"/>
                  <a:pt x="9860" y="7779"/>
                  <a:pt x="13742" y="7779"/>
                </a:cubicBezTo>
                <a:cubicBezTo>
                  <a:pt x="15003" y="7779"/>
                  <a:pt x="16217" y="7443"/>
                  <a:pt x="17262" y="6807"/>
                </a:cubicBezTo>
                <a:lnTo>
                  <a:pt x="18041" y="8543"/>
                </a:lnTo>
                <a:lnTo>
                  <a:pt x="18298" y="8543"/>
                </a:lnTo>
                <a:lnTo>
                  <a:pt x="17365" y="6463"/>
                </a:lnTo>
                <a:cubicBezTo>
                  <a:pt x="16290" y="7150"/>
                  <a:pt x="15133" y="7544"/>
                  <a:pt x="13742" y="7544"/>
                </a:cubicBezTo>
                <a:close/>
                <a:moveTo>
                  <a:pt x="10030" y="5207"/>
                </a:moveTo>
                <a:lnTo>
                  <a:pt x="10030" y="5207"/>
                </a:lnTo>
                <a:cubicBezTo>
                  <a:pt x="10251" y="5298"/>
                  <a:pt x="10470" y="5388"/>
                  <a:pt x="10691" y="5474"/>
                </a:cubicBezTo>
                <a:cubicBezTo>
                  <a:pt x="10170" y="5175"/>
                  <a:pt x="9747" y="4730"/>
                  <a:pt x="9494" y="4188"/>
                </a:cubicBezTo>
                <a:cubicBezTo>
                  <a:pt x="9405" y="4123"/>
                  <a:pt x="9315" y="4071"/>
                  <a:pt x="9218" y="4036"/>
                </a:cubicBezTo>
                <a:cubicBezTo>
                  <a:pt x="9221" y="4080"/>
                  <a:pt x="9225" y="4123"/>
                  <a:pt x="9229" y="4165"/>
                </a:cubicBezTo>
                <a:cubicBezTo>
                  <a:pt x="9383" y="4537"/>
                  <a:pt x="9610" y="4868"/>
                  <a:pt x="9889" y="5150"/>
                </a:cubicBezTo>
                <a:cubicBezTo>
                  <a:pt x="9936" y="5169"/>
                  <a:pt x="9984" y="5188"/>
                  <a:pt x="10030" y="5207"/>
                </a:cubicBezTo>
                <a:close/>
                <a:moveTo>
                  <a:pt x="15758" y="5619"/>
                </a:moveTo>
                <a:lnTo>
                  <a:pt x="15758" y="5619"/>
                </a:lnTo>
                <a:cubicBezTo>
                  <a:pt x="17300" y="4956"/>
                  <a:pt x="18337" y="3465"/>
                  <a:pt x="18337" y="1906"/>
                </a:cubicBezTo>
                <a:cubicBezTo>
                  <a:pt x="18337" y="1184"/>
                  <a:pt x="17748" y="595"/>
                  <a:pt x="17025" y="595"/>
                </a:cubicBezTo>
                <a:cubicBezTo>
                  <a:pt x="16302" y="595"/>
                  <a:pt x="15714" y="1184"/>
                  <a:pt x="15714" y="1907"/>
                </a:cubicBezTo>
                <a:cubicBezTo>
                  <a:pt x="15714" y="2301"/>
                  <a:pt x="16034" y="2621"/>
                  <a:pt x="16428" y="2621"/>
                </a:cubicBezTo>
                <a:cubicBezTo>
                  <a:pt x="16822" y="2621"/>
                  <a:pt x="17143" y="2301"/>
                  <a:pt x="17143" y="1907"/>
                </a:cubicBezTo>
                <a:lnTo>
                  <a:pt x="17143" y="1789"/>
                </a:lnTo>
                <a:lnTo>
                  <a:pt x="16908" y="1789"/>
                </a:lnTo>
                <a:lnTo>
                  <a:pt x="16908" y="1907"/>
                </a:lnTo>
                <a:cubicBezTo>
                  <a:pt x="16908" y="2171"/>
                  <a:pt x="16693" y="2386"/>
                  <a:pt x="16428" y="2386"/>
                </a:cubicBezTo>
                <a:cubicBezTo>
                  <a:pt x="16164" y="2386"/>
                  <a:pt x="15949" y="2171"/>
                  <a:pt x="15949" y="1907"/>
                </a:cubicBezTo>
                <a:cubicBezTo>
                  <a:pt x="15949" y="1313"/>
                  <a:pt x="16432" y="831"/>
                  <a:pt x="17025" y="831"/>
                </a:cubicBezTo>
                <a:cubicBezTo>
                  <a:pt x="17619" y="831"/>
                  <a:pt x="18101" y="1313"/>
                  <a:pt x="18101" y="1907"/>
                </a:cubicBezTo>
                <a:cubicBezTo>
                  <a:pt x="18101" y="3372"/>
                  <a:pt x="17122" y="4777"/>
                  <a:pt x="15665" y="5402"/>
                </a:cubicBezTo>
                <a:cubicBezTo>
                  <a:pt x="14383" y="5953"/>
                  <a:pt x="13067" y="5757"/>
                  <a:pt x="12144" y="4880"/>
                </a:cubicBezTo>
                <a:cubicBezTo>
                  <a:pt x="12122" y="4859"/>
                  <a:pt x="12090" y="4827"/>
                  <a:pt x="12055" y="4789"/>
                </a:cubicBezTo>
                <a:cubicBezTo>
                  <a:pt x="11944" y="4753"/>
                  <a:pt x="11822" y="4724"/>
                  <a:pt x="11681" y="4706"/>
                </a:cubicBezTo>
                <a:cubicBezTo>
                  <a:pt x="11681" y="4707"/>
                  <a:pt x="11681" y="4708"/>
                  <a:pt x="11681" y="4709"/>
                </a:cubicBezTo>
                <a:cubicBezTo>
                  <a:pt x="11809" y="4884"/>
                  <a:pt x="11957" y="5027"/>
                  <a:pt x="11982" y="5051"/>
                </a:cubicBezTo>
                <a:cubicBezTo>
                  <a:pt x="12967" y="5987"/>
                  <a:pt x="14376" y="6212"/>
                  <a:pt x="15758" y="5619"/>
                </a:cubicBezTo>
                <a:close/>
                <a:moveTo>
                  <a:pt x="9929" y="5452"/>
                </a:moveTo>
                <a:lnTo>
                  <a:pt x="9929" y="5452"/>
                </a:lnTo>
                <a:cubicBezTo>
                  <a:pt x="11036" y="5909"/>
                  <a:pt x="12082" y="6340"/>
                  <a:pt x="13742" y="6340"/>
                </a:cubicBezTo>
                <a:cubicBezTo>
                  <a:pt x="16475" y="6340"/>
                  <a:pt x="18698" y="4351"/>
                  <a:pt x="18698" y="1907"/>
                </a:cubicBezTo>
                <a:cubicBezTo>
                  <a:pt x="18698" y="984"/>
                  <a:pt x="17948" y="234"/>
                  <a:pt x="17025" y="234"/>
                </a:cubicBezTo>
                <a:cubicBezTo>
                  <a:pt x="16103" y="234"/>
                  <a:pt x="15352" y="984"/>
                  <a:pt x="15352" y="1907"/>
                </a:cubicBezTo>
                <a:cubicBezTo>
                  <a:pt x="15352" y="2621"/>
                  <a:pt x="16039" y="3140"/>
                  <a:pt x="16729" y="2940"/>
                </a:cubicBezTo>
                <a:lnTo>
                  <a:pt x="16989" y="2865"/>
                </a:lnTo>
                <a:lnTo>
                  <a:pt x="16867" y="3106"/>
                </a:lnTo>
                <a:cubicBezTo>
                  <a:pt x="16545" y="3743"/>
                  <a:pt x="15997" y="4122"/>
                  <a:pt x="15402" y="4122"/>
                </a:cubicBezTo>
                <a:cubicBezTo>
                  <a:pt x="14796" y="4122"/>
                  <a:pt x="14501" y="3910"/>
                  <a:pt x="13713" y="3891"/>
                </a:cubicBezTo>
                <a:cubicBezTo>
                  <a:pt x="13743" y="4648"/>
                  <a:pt x="14043" y="5144"/>
                  <a:pt x="14795" y="5028"/>
                </a:cubicBezTo>
                <a:cubicBezTo>
                  <a:pt x="15114" y="5082"/>
                  <a:pt x="15357" y="5079"/>
                  <a:pt x="15608" y="5049"/>
                </a:cubicBezTo>
                <a:cubicBezTo>
                  <a:pt x="15205" y="5214"/>
                  <a:pt x="14764" y="5305"/>
                  <a:pt x="14302" y="5305"/>
                </a:cubicBezTo>
                <a:cubicBezTo>
                  <a:pt x="12815" y="5305"/>
                  <a:pt x="12763" y="4493"/>
                  <a:pt x="11435" y="4449"/>
                </a:cubicBezTo>
                <a:cubicBezTo>
                  <a:pt x="11449" y="5468"/>
                  <a:pt x="11748" y="5575"/>
                  <a:pt x="12290" y="5696"/>
                </a:cubicBezTo>
                <a:cubicBezTo>
                  <a:pt x="12495" y="5830"/>
                  <a:pt x="12711" y="5942"/>
                  <a:pt x="12936" y="6030"/>
                </a:cubicBezTo>
                <a:cubicBezTo>
                  <a:pt x="12521" y="5997"/>
                  <a:pt x="12072" y="5921"/>
                  <a:pt x="11653" y="5747"/>
                </a:cubicBezTo>
                <a:cubicBezTo>
                  <a:pt x="10325" y="5235"/>
                  <a:pt x="10073" y="3837"/>
                  <a:pt x="8973" y="3745"/>
                </a:cubicBezTo>
                <a:cubicBezTo>
                  <a:pt x="8977" y="4614"/>
                  <a:pt x="9131" y="5122"/>
                  <a:pt x="9929" y="5452"/>
                </a:cubicBezTo>
                <a:close/>
                <a:moveTo>
                  <a:pt x="0" y="4176"/>
                </a:moveTo>
                <a:lnTo>
                  <a:pt x="0" y="4176"/>
                </a:lnTo>
                <a:cubicBezTo>
                  <a:pt x="347" y="3802"/>
                  <a:pt x="724" y="3505"/>
                  <a:pt x="1320" y="3505"/>
                </a:cubicBezTo>
                <a:lnTo>
                  <a:pt x="1437" y="3505"/>
                </a:lnTo>
                <a:lnTo>
                  <a:pt x="1437" y="3623"/>
                </a:lnTo>
                <a:cubicBezTo>
                  <a:pt x="1437" y="4083"/>
                  <a:pt x="1436" y="4655"/>
                  <a:pt x="1111" y="5106"/>
                </a:cubicBezTo>
                <a:cubicBezTo>
                  <a:pt x="2134" y="4721"/>
                  <a:pt x="3310" y="4400"/>
                  <a:pt x="5087" y="4400"/>
                </a:cubicBezTo>
                <a:cubicBezTo>
                  <a:pt x="6865" y="4400"/>
                  <a:pt x="8041" y="4721"/>
                  <a:pt x="9064" y="5106"/>
                </a:cubicBezTo>
                <a:cubicBezTo>
                  <a:pt x="8739" y="4655"/>
                  <a:pt x="8737" y="4083"/>
                  <a:pt x="8737" y="3623"/>
                </a:cubicBezTo>
                <a:lnTo>
                  <a:pt x="8737" y="3505"/>
                </a:lnTo>
                <a:lnTo>
                  <a:pt x="8855" y="3505"/>
                </a:lnTo>
                <a:cubicBezTo>
                  <a:pt x="10057" y="3505"/>
                  <a:pt x="10370" y="4714"/>
                  <a:pt x="11344" y="5329"/>
                </a:cubicBezTo>
                <a:cubicBezTo>
                  <a:pt x="11217" y="5043"/>
                  <a:pt x="11200" y="4685"/>
                  <a:pt x="11200" y="4329"/>
                </a:cubicBezTo>
                <a:lnTo>
                  <a:pt x="11200" y="4212"/>
                </a:lnTo>
                <a:lnTo>
                  <a:pt x="11317" y="4212"/>
                </a:lnTo>
                <a:cubicBezTo>
                  <a:pt x="12696" y="4212"/>
                  <a:pt x="12844" y="4912"/>
                  <a:pt x="13911" y="5046"/>
                </a:cubicBezTo>
                <a:cubicBezTo>
                  <a:pt x="13626" y="4796"/>
                  <a:pt x="13476" y="4355"/>
                  <a:pt x="13476" y="3772"/>
                </a:cubicBezTo>
                <a:lnTo>
                  <a:pt x="13476" y="3654"/>
                </a:lnTo>
                <a:lnTo>
                  <a:pt x="13593" y="3654"/>
                </a:lnTo>
                <a:cubicBezTo>
                  <a:pt x="14501" y="3654"/>
                  <a:pt x="14809" y="3887"/>
                  <a:pt x="15402" y="3887"/>
                </a:cubicBezTo>
                <a:cubicBezTo>
                  <a:pt x="15838" y="3887"/>
                  <a:pt x="16248" y="3640"/>
                  <a:pt x="16532" y="3214"/>
                </a:cubicBezTo>
                <a:cubicBezTo>
                  <a:pt x="15766" y="3274"/>
                  <a:pt x="15117" y="2667"/>
                  <a:pt x="15117" y="1907"/>
                </a:cubicBezTo>
                <a:cubicBezTo>
                  <a:pt x="15117" y="855"/>
                  <a:pt x="15973" y="0"/>
                  <a:pt x="17025" y="0"/>
                </a:cubicBezTo>
                <a:cubicBezTo>
                  <a:pt x="18077" y="0"/>
                  <a:pt x="18933" y="854"/>
                  <a:pt x="18934" y="1906"/>
                </a:cubicBezTo>
                <a:lnTo>
                  <a:pt x="18934" y="1906"/>
                </a:lnTo>
                <a:lnTo>
                  <a:pt x="18934" y="1907"/>
                </a:lnTo>
                <a:lnTo>
                  <a:pt x="18934" y="1907"/>
                </a:lnTo>
                <a:cubicBezTo>
                  <a:pt x="18933" y="2653"/>
                  <a:pt x="18737" y="3358"/>
                  <a:pt x="18390" y="3984"/>
                </a:cubicBezTo>
                <a:lnTo>
                  <a:pt x="19199" y="6150"/>
                </a:lnTo>
                <a:lnTo>
                  <a:pt x="19199" y="6821"/>
                </a:lnTo>
                <a:lnTo>
                  <a:pt x="18235" y="4241"/>
                </a:lnTo>
                <a:cubicBezTo>
                  <a:pt x="17336" y="5635"/>
                  <a:pt x="15659" y="6575"/>
                  <a:pt x="13742" y="6575"/>
                </a:cubicBezTo>
                <a:cubicBezTo>
                  <a:pt x="10162" y="6575"/>
                  <a:pt x="9391" y="4635"/>
                  <a:pt x="5087" y="4635"/>
                </a:cubicBezTo>
                <a:cubicBezTo>
                  <a:pt x="2636" y="4635"/>
                  <a:pt x="1331" y="5265"/>
                  <a:pt x="0" y="5807"/>
                </a:cubicBezTo>
                <a:lnTo>
                  <a:pt x="0" y="5553"/>
                </a:lnTo>
                <a:cubicBezTo>
                  <a:pt x="81" y="5519"/>
                  <a:pt x="163" y="5486"/>
                  <a:pt x="245" y="5452"/>
                </a:cubicBezTo>
                <a:cubicBezTo>
                  <a:pt x="1044" y="5122"/>
                  <a:pt x="1197" y="4613"/>
                  <a:pt x="1202" y="3745"/>
                </a:cubicBezTo>
                <a:cubicBezTo>
                  <a:pt x="678" y="3789"/>
                  <a:pt x="346" y="4129"/>
                  <a:pt x="0" y="4528"/>
                </a:cubicBezTo>
                <a:lnTo>
                  <a:pt x="0" y="4176"/>
                </a:lnTo>
                <a:close/>
                <a:moveTo>
                  <a:pt x="16631" y="4282"/>
                </a:moveTo>
                <a:lnTo>
                  <a:pt x="16631" y="4282"/>
                </a:lnTo>
                <a:cubicBezTo>
                  <a:pt x="15835" y="4866"/>
                  <a:pt x="14797" y="4817"/>
                  <a:pt x="14044" y="4413"/>
                </a:cubicBezTo>
                <a:cubicBezTo>
                  <a:pt x="14014" y="4333"/>
                  <a:pt x="13990" y="4243"/>
                  <a:pt x="13973" y="4141"/>
                </a:cubicBezTo>
                <a:cubicBezTo>
                  <a:pt x="14004" y="4144"/>
                  <a:pt x="14031" y="4148"/>
                  <a:pt x="14059" y="4151"/>
                </a:cubicBezTo>
                <a:cubicBezTo>
                  <a:pt x="14580" y="4470"/>
                  <a:pt x="15623" y="4730"/>
                  <a:pt x="16492" y="4092"/>
                </a:cubicBezTo>
                <a:cubicBezTo>
                  <a:pt x="17126" y="3628"/>
                  <a:pt x="17505" y="2811"/>
                  <a:pt x="17505" y="1907"/>
                </a:cubicBezTo>
                <a:cubicBezTo>
                  <a:pt x="17505" y="1643"/>
                  <a:pt x="17290" y="1427"/>
                  <a:pt x="17025" y="1427"/>
                </a:cubicBezTo>
                <a:cubicBezTo>
                  <a:pt x="16761" y="1427"/>
                  <a:pt x="16546" y="1643"/>
                  <a:pt x="16546" y="1907"/>
                </a:cubicBezTo>
                <a:lnTo>
                  <a:pt x="16546" y="2024"/>
                </a:lnTo>
                <a:lnTo>
                  <a:pt x="16311" y="2024"/>
                </a:lnTo>
                <a:lnTo>
                  <a:pt x="16311" y="1907"/>
                </a:lnTo>
                <a:cubicBezTo>
                  <a:pt x="16311" y="1513"/>
                  <a:pt x="16631" y="1192"/>
                  <a:pt x="17025" y="1192"/>
                </a:cubicBezTo>
                <a:cubicBezTo>
                  <a:pt x="17419" y="1192"/>
                  <a:pt x="17740" y="1513"/>
                  <a:pt x="17740" y="1907"/>
                </a:cubicBezTo>
                <a:cubicBezTo>
                  <a:pt x="17740" y="2885"/>
                  <a:pt x="17325" y="3773"/>
                  <a:pt x="16631" y="4282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0423F-B7EF-7848-8C6C-5503B745FE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1" y="553616"/>
            <a:ext cx="8412057" cy="1945744"/>
          </a:xfrm>
        </p:spPr>
        <p:txBody>
          <a:bodyPr anchor="b">
            <a:noAutofit/>
          </a:bodyPr>
          <a:lstStyle>
            <a:lvl1pPr algn="l">
              <a:defRPr sz="5333" spc="-107" baseline="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CC53A-60A0-F740-8E06-61421EAF57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2682240"/>
            <a:ext cx="8412057" cy="609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MONTH 00, 0000  |  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5A740-0F78-404E-8D2B-CA4E32C87F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D1B5C-558A-7A43-A7F3-CC5277A30B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498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5920"/>
            <a:ext cx="10972800" cy="4267200"/>
          </a:xfrm>
        </p:spPr>
        <p:txBody>
          <a:bodyPr numCol="2" spcCol="274320"/>
          <a:lstStyle>
            <a:lvl1pPr marL="304792" indent="-304792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lvl1pPr>
            <a:lvl2pPr marL="536435">
              <a:defRPr sz="1467"/>
            </a:lvl2pPr>
            <a:lvl3pPr marL="755885">
              <a:defRPr sz="1333"/>
            </a:lvl3pPr>
            <a:lvl4pPr marL="987527">
              <a:defRPr sz="1200"/>
            </a:lvl4pPr>
            <a:lvl5pPr marL="1219170">
              <a:defRPr sz="1067"/>
            </a:lvl5pPr>
            <a:lvl6pPr marL="1450812">
              <a:defRPr/>
            </a:lvl6pPr>
            <a:lvl7pPr marL="1682454">
              <a:defRPr/>
            </a:lvl7pPr>
            <a:lvl8pPr marL="1901904">
              <a:defRPr/>
            </a:lvl8pPr>
            <a:lvl9pPr marL="2133547"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9624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08776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535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>
            <a:lvl1pPr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>
            <a:normAutofit/>
          </a:bodyPr>
          <a:lstStyle>
            <a:lvl1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467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33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0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72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C7B7800-7190-394B-947C-B8A7D81D5A47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416526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84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FDCE18C-4FAF-B84F-8867-AB8B41FDCAC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95119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5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59B34E4-1128-6E4F-A42E-FF25BFC2E1DE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05735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47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140389-BD01-794D-86E4-AD478067964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8CE33-9527-7642-BB0E-6FDA3BC24ECF}"/>
              </a:ext>
            </a:extLst>
          </p:cNvPr>
          <p:cNvSpPr txBox="1"/>
          <p:nvPr userDrawn="1"/>
        </p:nvSpPr>
        <p:spPr>
          <a:xfrm>
            <a:off x="931524" y="13287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42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5623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66988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2006600"/>
            <a:ext cx="5181600" cy="3907367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7675" y="2006600"/>
            <a:ext cx="5181600" cy="3907367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7799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87711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00691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99915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Blue">
    <p:bg>
      <p:bgPr>
        <a:solidFill>
          <a:srgbClr val="006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175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88569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83663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Gray">
    <p:bg>
      <p:bgPr>
        <a:solidFill>
          <a:srgbClr val="888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94928BC-ACC1-F744-BDCA-844252C7B843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80170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6A3B-A09F-2F48-89B5-88F69CD0D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1BBA-E035-AC4A-9970-B27091D75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36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3FE97-439F-A649-87BE-06EB6810A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959489" y="6398996"/>
            <a:ext cx="1219200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72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006FCF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2pPr>
            <a:lvl3pPr marL="23469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3pPr>
            <a:lvl4pPr marL="454141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4pPr>
            <a:lvl5pPr marL="685783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5pPr>
            <a:lvl6pPr marL="917425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6pPr>
            <a:lvl7pPr marL="1136876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7pPr>
            <a:lvl8pPr marL="1368518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8pPr>
            <a:lvl9pPr marL="160016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E82B13-13AC-994D-B028-46AE92867D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1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D7505-3A56-974B-9FD0-1C9DD6BE9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0"/>
            <a:ext cx="2670048" cy="463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bg2"/>
                </a:solidFill>
              </a:defRPr>
            </a:lvl1pPr>
            <a:lvl2pPr marL="0" indent="-228594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Char char="▪"/>
              <a:defRPr sz="1333">
                <a:solidFill>
                  <a:schemeClr val="bg2"/>
                </a:solidFill>
              </a:defRPr>
            </a:lvl2pPr>
            <a:lvl3pPr marL="46328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3pPr>
            <a:lvl4pPr marL="682735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4pPr>
            <a:lvl5pPr marL="914377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5pPr>
            <a:lvl6pPr marL="1146019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6pPr>
            <a:lvl7pPr marL="1365470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7pPr>
            <a:lvl8pPr marL="1597112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8pPr>
            <a:lvl9pPr marL="182875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726226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 userDrawn="1"/>
        </p:nvSpPr>
        <p:spPr bwMode="hidden">
          <a:xfrm>
            <a:off x="0" y="1436749"/>
            <a:ext cx="12192000" cy="5421252"/>
          </a:xfrm>
          <a:custGeom>
            <a:avLst/>
            <a:gdLst>
              <a:gd name="T0" fmla="*/ 946 w 19199"/>
              <a:gd name="T1" fmla="*/ 4165 h 8543"/>
              <a:gd name="T2" fmla="*/ 0 w 19199"/>
              <a:gd name="T3" fmla="*/ 5101 h 8543"/>
              <a:gd name="T4" fmla="*/ 285 w 19199"/>
              <a:gd name="T5" fmla="*/ 5150 h 8543"/>
              <a:gd name="T6" fmla="*/ 5087 w 19199"/>
              <a:gd name="T7" fmla="*/ 5007 h 8543"/>
              <a:gd name="T8" fmla="*/ 5087 w 19199"/>
              <a:gd name="T9" fmla="*/ 5242 h 8543"/>
              <a:gd name="T10" fmla="*/ 18942 w 19199"/>
              <a:gd name="T11" fmla="*/ 8543 h 8543"/>
              <a:gd name="T12" fmla="*/ 13742 w 19199"/>
              <a:gd name="T13" fmla="*/ 6947 h 8543"/>
              <a:gd name="T14" fmla="*/ 5087 w 19199"/>
              <a:gd name="T15" fmla="*/ 5604 h 8543"/>
              <a:gd name="T16" fmla="*/ 5087 w 19199"/>
              <a:gd name="T17" fmla="*/ 5839 h 8543"/>
              <a:gd name="T18" fmla="*/ 18041 w 19199"/>
              <a:gd name="T19" fmla="*/ 8543 h 8543"/>
              <a:gd name="T20" fmla="*/ 13742 w 19199"/>
              <a:gd name="T21" fmla="*/ 7544 h 8543"/>
              <a:gd name="T22" fmla="*/ 10691 w 19199"/>
              <a:gd name="T23" fmla="*/ 5474 h 8543"/>
              <a:gd name="T24" fmla="*/ 9229 w 19199"/>
              <a:gd name="T25" fmla="*/ 4165 h 8543"/>
              <a:gd name="T26" fmla="*/ 15758 w 19199"/>
              <a:gd name="T27" fmla="*/ 5619 h 8543"/>
              <a:gd name="T28" fmla="*/ 17025 w 19199"/>
              <a:gd name="T29" fmla="*/ 595 h 8543"/>
              <a:gd name="T30" fmla="*/ 17143 w 19199"/>
              <a:gd name="T31" fmla="*/ 1907 h 8543"/>
              <a:gd name="T32" fmla="*/ 16908 w 19199"/>
              <a:gd name="T33" fmla="*/ 1907 h 8543"/>
              <a:gd name="T34" fmla="*/ 17025 w 19199"/>
              <a:gd name="T35" fmla="*/ 831 h 8543"/>
              <a:gd name="T36" fmla="*/ 12144 w 19199"/>
              <a:gd name="T37" fmla="*/ 4880 h 8543"/>
              <a:gd name="T38" fmla="*/ 11681 w 19199"/>
              <a:gd name="T39" fmla="*/ 4709 h 8543"/>
              <a:gd name="T40" fmla="*/ 9929 w 19199"/>
              <a:gd name="T41" fmla="*/ 5452 h 8543"/>
              <a:gd name="T42" fmla="*/ 18698 w 19199"/>
              <a:gd name="T43" fmla="*/ 1907 h 8543"/>
              <a:gd name="T44" fmla="*/ 16729 w 19199"/>
              <a:gd name="T45" fmla="*/ 2940 h 8543"/>
              <a:gd name="T46" fmla="*/ 15402 w 19199"/>
              <a:gd name="T47" fmla="*/ 4122 h 8543"/>
              <a:gd name="T48" fmla="*/ 15608 w 19199"/>
              <a:gd name="T49" fmla="*/ 5049 h 8543"/>
              <a:gd name="T50" fmla="*/ 12290 w 19199"/>
              <a:gd name="T51" fmla="*/ 5696 h 8543"/>
              <a:gd name="T52" fmla="*/ 8973 w 19199"/>
              <a:gd name="T53" fmla="*/ 3745 h 8543"/>
              <a:gd name="T54" fmla="*/ 0 w 19199"/>
              <a:gd name="T55" fmla="*/ 4176 h 8543"/>
              <a:gd name="T56" fmla="*/ 1437 w 19199"/>
              <a:gd name="T57" fmla="*/ 3623 h 8543"/>
              <a:gd name="T58" fmla="*/ 9064 w 19199"/>
              <a:gd name="T59" fmla="*/ 5106 h 8543"/>
              <a:gd name="T60" fmla="*/ 8855 w 19199"/>
              <a:gd name="T61" fmla="*/ 3505 h 8543"/>
              <a:gd name="T62" fmla="*/ 11200 w 19199"/>
              <a:gd name="T63" fmla="*/ 4212 h 8543"/>
              <a:gd name="T64" fmla="*/ 13476 w 19199"/>
              <a:gd name="T65" fmla="*/ 3772 h 8543"/>
              <a:gd name="T66" fmla="*/ 15402 w 19199"/>
              <a:gd name="T67" fmla="*/ 3887 h 8543"/>
              <a:gd name="T68" fmla="*/ 17025 w 19199"/>
              <a:gd name="T69" fmla="*/ 0 h 8543"/>
              <a:gd name="T70" fmla="*/ 18934 w 19199"/>
              <a:gd name="T71" fmla="*/ 1907 h 8543"/>
              <a:gd name="T72" fmla="*/ 19199 w 19199"/>
              <a:gd name="T73" fmla="*/ 6150 h 8543"/>
              <a:gd name="T74" fmla="*/ 13742 w 19199"/>
              <a:gd name="T75" fmla="*/ 6575 h 8543"/>
              <a:gd name="T76" fmla="*/ 0 w 19199"/>
              <a:gd name="T77" fmla="*/ 5553 h 8543"/>
              <a:gd name="T78" fmla="*/ 0 w 19199"/>
              <a:gd name="T79" fmla="*/ 4528 h 8543"/>
              <a:gd name="T80" fmla="*/ 16631 w 19199"/>
              <a:gd name="T81" fmla="*/ 4282 h 8543"/>
              <a:gd name="T82" fmla="*/ 14059 w 19199"/>
              <a:gd name="T83" fmla="*/ 4151 h 8543"/>
              <a:gd name="T84" fmla="*/ 17025 w 19199"/>
              <a:gd name="T85" fmla="*/ 1427 h 8543"/>
              <a:gd name="T86" fmla="*/ 16311 w 19199"/>
              <a:gd name="T87" fmla="*/ 2024 h 8543"/>
              <a:gd name="T88" fmla="*/ 17740 w 19199"/>
              <a:gd name="T89" fmla="*/ 1907 h 8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199" h="8543">
                <a:moveTo>
                  <a:pt x="285" y="5150"/>
                </a:moveTo>
                <a:lnTo>
                  <a:pt x="285" y="5150"/>
                </a:lnTo>
                <a:cubicBezTo>
                  <a:pt x="565" y="4868"/>
                  <a:pt x="792" y="4537"/>
                  <a:pt x="946" y="4165"/>
                </a:cubicBezTo>
                <a:cubicBezTo>
                  <a:pt x="950" y="4123"/>
                  <a:pt x="954" y="4080"/>
                  <a:pt x="957" y="4036"/>
                </a:cubicBezTo>
                <a:cubicBezTo>
                  <a:pt x="860" y="4071"/>
                  <a:pt x="770" y="4123"/>
                  <a:pt x="681" y="4188"/>
                </a:cubicBezTo>
                <a:cubicBezTo>
                  <a:pt x="518" y="4537"/>
                  <a:pt x="284" y="4845"/>
                  <a:pt x="0" y="5101"/>
                </a:cubicBezTo>
                <a:lnTo>
                  <a:pt x="0" y="5267"/>
                </a:lnTo>
                <a:cubicBezTo>
                  <a:pt x="48" y="5247"/>
                  <a:pt x="96" y="5227"/>
                  <a:pt x="145" y="5207"/>
                </a:cubicBezTo>
                <a:cubicBezTo>
                  <a:pt x="191" y="5188"/>
                  <a:pt x="239" y="5169"/>
                  <a:pt x="285" y="5150"/>
                </a:cubicBezTo>
                <a:close/>
                <a:moveTo>
                  <a:pt x="13742" y="6947"/>
                </a:moveTo>
                <a:lnTo>
                  <a:pt x="13742" y="6947"/>
                </a:lnTo>
                <a:cubicBezTo>
                  <a:pt x="10070" y="6947"/>
                  <a:pt x="9296" y="5007"/>
                  <a:pt x="5087" y="5007"/>
                </a:cubicBezTo>
                <a:cubicBezTo>
                  <a:pt x="2649" y="5007"/>
                  <a:pt x="1364" y="5658"/>
                  <a:pt x="0" y="6206"/>
                </a:cubicBezTo>
                <a:lnTo>
                  <a:pt x="0" y="6459"/>
                </a:lnTo>
                <a:cubicBezTo>
                  <a:pt x="1385" y="5908"/>
                  <a:pt x="2654" y="5242"/>
                  <a:pt x="5087" y="5242"/>
                </a:cubicBezTo>
                <a:cubicBezTo>
                  <a:pt x="9241" y="5242"/>
                  <a:pt x="10001" y="7182"/>
                  <a:pt x="13742" y="7182"/>
                </a:cubicBezTo>
                <a:cubicBezTo>
                  <a:pt x="15262" y="7182"/>
                  <a:pt x="16685" y="6655"/>
                  <a:pt x="17770" y="5695"/>
                </a:cubicBezTo>
                <a:lnTo>
                  <a:pt x="18942" y="8543"/>
                </a:lnTo>
                <a:lnTo>
                  <a:pt x="19196" y="8543"/>
                </a:lnTo>
                <a:lnTo>
                  <a:pt x="17859" y="5293"/>
                </a:lnTo>
                <a:cubicBezTo>
                  <a:pt x="16659" y="6419"/>
                  <a:pt x="15293" y="6947"/>
                  <a:pt x="13742" y="6947"/>
                </a:cubicBezTo>
                <a:close/>
                <a:moveTo>
                  <a:pt x="13742" y="7544"/>
                </a:moveTo>
                <a:lnTo>
                  <a:pt x="13742" y="7544"/>
                </a:lnTo>
                <a:cubicBezTo>
                  <a:pt x="9914" y="7544"/>
                  <a:pt x="9144" y="5604"/>
                  <a:pt x="5087" y="5604"/>
                </a:cubicBezTo>
                <a:cubicBezTo>
                  <a:pt x="2673" y="5604"/>
                  <a:pt x="1423" y="6291"/>
                  <a:pt x="0" y="6847"/>
                </a:cubicBezTo>
                <a:lnTo>
                  <a:pt x="0" y="7099"/>
                </a:lnTo>
                <a:cubicBezTo>
                  <a:pt x="1450" y="6540"/>
                  <a:pt x="2690" y="5839"/>
                  <a:pt x="5087" y="5839"/>
                </a:cubicBezTo>
                <a:cubicBezTo>
                  <a:pt x="9078" y="5839"/>
                  <a:pt x="9860" y="7779"/>
                  <a:pt x="13742" y="7779"/>
                </a:cubicBezTo>
                <a:cubicBezTo>
                  <a:pt x="15003" y="7779"/>
                  <a:pt x="16217" y="7443"/>
                  <a:pt x="17262" y="6807"/>
                </a:cubicBezTo>
                <a:lnTo>
                  <a:pt x="18041" y="8543"/>
                </a:lnTo>
                <a:lnTo>
                  <a:pt x="18298" y="8543"/>
                </a:lnTo>
                <a:lnTo>
                  <a:pt x="17365" y="6463"/>
                </a:lnTo>
                <a:cubicBezTo>
                  <a:pt x="16290" y="7150"/>
                  <a:pt x="15133" y="7544"/>
                  <a:pt x="13742" y="7544"/>
                </a:cubicBezTo>
                <a:close/>
                <a:moveTo>
                  <a:pt x="10030" y="5207"/>
                </a:moveTo>
                <a:lnTo>
                  <a:pt x="10030" y="5207"/>
                </a:lnTo>
                <a:cubicBezTo>
                  <a:pt x="10251" y="5298"/>
                  <a:pt x="10470" y="5388"/>
                  <a:pt x="10691" y="5474"/>
                </a:cubicBezTo>
                <a:cubicBezTo>
                  <a:pt x="10170" y="5175"/>
                  <a:pt x="9747" y="4730"/>
                  <a:pt x="9494" y="4188"/>
                </a:cubicBezTo>
                <a:cubicBezTo>
                  <a:pt x="9405" y="4123"/>
                  <a:pt x="9315" y="4071"/>
                  <a:pt x="9218" y="4036"/>
                </a:cubicBezTo>
                <a:cubicBezTo>
                  <a:pt x="9221" y="4080"/>
                  <a:pt x="9225" y="4123"/>
                  <a:pt x="9229" y="4165"/>
                </a:cubicBezTo>
                <a:cubicBezTo>
                  <a:pt x="9383" y="4537"/>
                  <a:pt x="9610" y="4868"/>
                  <a:pt x="9889" y="5150"/>
                </a:cubicBezTo>
                <a:cubicBezTo>
                  <a:pt x="9936" y="5169"/>
                  <a:pt x="9984" y="5188"/>
                  <a:pt x="10030" y="5207"/>
                </a:cubicBezTo>
                <a:close/>
                <a:moveTo>
                  <a:pt x="15758" y="5619"/>
                </a:moveTo>
                <a:lnTo>
                  <a:pt x="15758" y="5619"/>
                </a:lnTo>
                <a:cubicBezTo>
                  <a:pt x="17300" y="4956"/>
                  <a:pt x="18337" y="3465"/>
                  <a:pt x="18337" y="1906"/>
                </a:cubicBezTo>
                <a:cubicBezTo>
                  <a:pt x="18337" y="1184"/>
                  <a:pt x="17748" y="595"/>
                  <a:pt x="17025" y="595"/>
                </a:cubicBezTo>
                <a:cubicBezTo>
                  <a:pt x="16302" y="595"/>
                  <a:pt x="15714" y="1184"/>
                  <a:pt x="15714" y="1907"/>
                </a:cubicBezTo>
                <a:cubicBezTo>
                  <a:pt x="15714" y="2301"/>
                  <a:pt x="16034" y="2621"/>
                  <a:pt x="16428" y="2621"/>
                </a:cubicBezTo>
                <a:cubicBezTo>
                  <a:pt x="16822" y="2621"/>
                  <a:pt x="17143" y="2301"/>
                  <a:pt x="17143" y="1907"/>
                </a:cubicBezTo>
                <a:lnTo>
                  <a:pt x="17143" y="1789"/>
                </a:lnTo>
                <a:lnTo>
                  <a:pt x="16908" y="1789"/>
                </a:lnTo>
                <a:lnTo>
                  <a:pt x="16908" y="1907"/>
                </a:lnTo>
                <a:cubicBezTo>
                  <a:pt x="16908" y="2171"/>
                  <a:pt x="16693" y="2386"/>
                  <a:pt x="16428" y="2386"/>
                </a:cubicBezTo>
                <a:cubicBezTo>
                  <a:pt x="16164" y="2386"/>
                  <a:pt x="15949" y="2171"/>
                  <a:pt x="15949" y="1907"/>
                </a:cubicBezTo>
                <a:cubicBezTo>
                  <a:pt x="15949" y="1313"/>
                  <a:pt x="16432" y="831"/>
                  <a:pt x="17025" y="831"/>
                </a:cubicBezTo>
                <a:cubicBezTo>
                  <a:pt x="17619" y="831"/>
                  <a:pt x="18101" y="1313"/>
                  <a:pt x="18101" y="1907"/>
                </a:cubicBezTo>
                <a:cubicBezTo>
                  <a:pt x="18101" y="3372"/>
                  <a:pt x="17122" y="4777"/>
                  <a:pt x="15665" y="5402"/>
                </a:cubicBezTo>
                <a:cubicBezTo>
                  <a:pt x="14383" y="5953"/>
                  <a:pt x="13067" y="5757"/>
                  <a:pt x="12144" y="4880"/>
                </a:cubicBezTo>
                <a:cubicBezTo>
                  <a:pt x="12122" y="4859"/>
                  <a:pt x="12090" y="4827"/>
                  <a:pt x="12055" y="4789"/>
                </a:cubicBezTo>
                <a:cubicBezTo>
                  <a:pt x="11944" y="4753"/>
                  <a:pt x="11822" y="4724"/>
                  <a:pt x="11681" y="4706"/>
                </a:cubicBezTo>
                <a:cubicBezTo>
                  <a:pt x="11681" y="4707"/>
                  <a:pt x="11681" y="4708"/>
                  <a:pt x="11681" y="4709"/>
                </a:cubicBezTo>
                <a:cubicBezTo>
                  <a:pt x="11809" y="4884"/>
                  <a:pt x="11957" y="5027"/>
                  <a:pt x="11982" y="5051"/>
                </a:cubicBezTo>
                <a:cubicBezTo>
                  <a:pt x="12967" y="5987"/>
                  <a:pt x="14376" y="6212"/>
                  <a:pt x="15758" y="5619"/>
                </a:cubicBezTo>
                <a:close/>
                <a:moveTo>
                  <a:pt x="9929" y="5452"/>
                </a:moveTo>
                <a:lnTo>
                  <a:pt x="9929" y="5452"/>
                </a:lnTo>
                <a:cubicBezTo>
                  <a:pt x="11036" y="5909"/>
                  <a:pt x="12082" y="6340"/>
                  <a:pt x="13742" y="6340"/>
                </a:cubicBezTo>
                <a:cubicBezTo>
                  <a:pt x="16475" y="6340"/>
                  <a:pt x="18698" y="4351"/>
                  <a:pt x="18698" y="1907"/>
                </a:cubicBezTo>
                <a:cubicBezTo>
                  <a:pt x="18698" y="984"/>
                  <a:pt x="17948" y="234"/>
                  <a:pt x="17025" y="234"/>
                </a:cubicBezTo>
                <a:cubicBezTo>
                  <a:pt x="16103" y="234"/>
                  <a:pt x="15352" y="984"/>
                  <a:pt x="15352" y="1907"/>
                </a:cubicBezTo>
                <a:cubicBezTo>
                  <a:pt x="15352" y="2621"/>
                  <a:pt x="16039" y="3140"/>
                  <a:pt x="16729" y="2940"/>
                </a:cubicBezTo>
                <a:lnTo>
                  <a:pt x="16989" y="2865"/>
                </a:lnTo>
                <a:lnTo>
                  <a:pt x="16867" y="3106"/>
                </a:lnTo>
                <a:cubicBezTo>
                  <a:pt x="16545" y="3743"/>
                  <a:pt x="15997" y="4122"/>
                  <a:pt x="15402" y="4122"/>
                </a:cubicBezTo>
                <a:cubicBezTo>
                  <a:pt x="14796" y="4122"/>
                  <a:pt x="14501" y="3910"/>
                  <a:pt x="13713" y="3891"/>
                </a:cubicBezTo>
                <a:cubicBezTo>
                  <a:pt x="13743" y="4648"/>
                  <a:pt x="14043" y="5144"/>
                  <a:pt x="14795" y="5028"/>
                </a:cubicBezTo>
                <a:cubicBezTo>
                  <a:pt x="15114" y="5082"/>
                  <a:pt x="15357" y="5079"/>
                  <a:pt x="15608" y="5049"/>
                </a:cubicBezTo>
                <a:cubicBezTo>
                  <a:pt x="15205" y="5214"/>
                  <a:pt x="14764" y="5305"/>
                  <a:pt x="14302" y="5305"/>
                </a:cubicBezTo>
                <a:cubicBezTo>
                  <a:pt x="12815" y="5305"/>
                  <a:pt x="12763" y="4493"/>
                  <a:pt x="11435" y="4449"/>
                </a:cubicBezTo>
                <a:cubicBezTo>
                  <a:pt x="11449" y="5468"/>
                  <a:pt x="11748" y="5575"/>
                  <a:pt x="12290" y="5696"/>
                </a:cubicBezTo>
                <a:cubicBezTo>
                  <a:pt x="12495" y="5830"/>
                  <a:pt x="12711" y="5942"/>
                  <a:pt x="12936" y="6030"/>
                </a:cubicBezTo>
                <a:cubicBezTo>
                  <a:pt x="12521" y="5997"/>
                  <a:pt x="12072" y="5921"/>
                  <a:pt x="11653" y="5747"/>
                </a:cubicBezTo>
                <a:cubicBezTo>
                  <a:pt x="10325" y="5235"/>
                  <a:pt x="10073" y="3837"/>
                  <a:pt x="8973" y="3745"/>
                </a:cubicBezTo>
                <a:cubicBezTo>
                  <a:pt x="8977" y="4614"/>
                  <a:pt x="9131" y="5122"/>
                  <a:pt x="9929" y="5452"/>
                </a:cubicBezTo>
                <a:close/>
                <a:moveTo>
                  <a:pt x="0" y="4176"/>
                </a:moveTo>
                <a:lnTo>
                  <a:pt x="0" y="4176"/>
                </a:lnTo>
                <a:cubicBezTo>
                  <a:pt x="347" y="3802"/>
                  <a:pt x="724" y="3505"/>
                  <a:pt x="1320" y="3505"/>
                </a:cubicBezTo>
                <a:lnTo>
                  <a:pt x="1437" y="3505"/>
                </a:lnTo>
                <a:lnTo>
                  <a:pt x="1437" y="3623"/>
                </a:lnTo>
                <a:cubicBezTo>
                  <a:pt x="1437" y="4083"/>
                  <a:pt x="1436" y="4655"/>
                  <a:pt x="1111" y="5106"/>
                </a:cubicBezTo>
                <a:cubicBezTo>
                  <a:pt x="2134" y="4721"/>
                  <a:pt x="3310" y="4400"/>
                  <a:pt x="5087" y="4400"/>
                </a:cubicBezTo>
                <a:cubicBezTo>
                  <a:pt x="6865" y="4400"/>
                  <a:pt x="8041" y="4721"/>
                  <a:pt x="9064" y="5106"/>
                </a:cubicBezTo>
                <a:cubicBezTo>
                  <a:pt x="8739" y="4655"/>
                  <a:pt x="8737" y="4083"/>
                  <a:pt x="8737" y="3623"/>
                </a:cubicBezTo>
                <a:lnTo>
                  <a:pt x="8737" y="3505"/>
                </a:lnTo>
                <a:lnTo>
                  <a:pt x="8855" y="3505"/>
                </a:lnTo>
                <a:cubicBezTo>
                  <a:pt x="10057" y="3505"/>
                  <a:pt x="10370" y="4714"/>
                  <a:pt x="11344" y="5329"/>
                </a:cubicBezTo>
                <a:cubicBezTo>
                  <a:pt x="11217" y="5043"/>
                  <a:pt x="11200" y="4685"/>
                  <a:pt x="11200" y="4329"/>
                </a:cubicBezTo>
                <a:lnTo>
                  <a:pt x="11200" y="4212"/>
                </a:lnTo>
                <a:lnTo>
                  <a:pt x="11317" y="4212"/>
                </a:lnTo>
                <a:cubicBezTo>
                  <a:pt x="12696" y="4212"/>
                  <a:pt x="12844" y="4912"/>
                  <a:pt x="13911" y="5046"/>
                </a:cubicBezTo>
                <a:cubicBezTo>
                  <a:pt x="13626" y="4796"/>
                  <a:pt x="13476" y="4355"/>
                  <a:pt x="13476" y="3772"/>
                </a:cubicBezTo>
                <a:lnTo>
                  <a:pt x="13476" y="3654"/>
                </a:lnTo>
                <a:lnTo>
                  <a:pt x="13593" y="3654"/>
                </a:lnTo>
                <a:cubicBezTo>
                  <a:pt x="14501" y="3654"/>
                  <a:pt x="14809" y="3887"/>
                  <a:pt x="15402" y="3887"/>
                </a:cubicBezTo>
                <a:cubicBezTo>
                  <a:pt x="15838" y="3887"/>
                  <a:pt x="16248" y="3640"/>
                  <a:pt x="16532" y="3214"/>
                </a:cubicBezTo>
                <a:cubicBezTo>
                  <a:pt x="15766" y="3274"/>
                  <a:pt x="15117" y="2667"/>
                  <a:pt x="15117" y="1907"/>
                </a:cubicBezTo>
                <a:cubicBezTo>
                  <a:pt x="15117" y="855"/>
                  <a:pt x="15973" y="0"/>
                  <a:pt x="17025" y="0"/>
                </a:cubicBezTo>
                <a:cubicBezTo>
                  <a:pt x="18077" y="0"/>
                  <a:pt x="18933" y="854"/>
                  <a:pt x="18934" y="1906"/>
                </a:cubicBezTo>
                <a:lnTo>
                  <a:pt x="18934" y="1906"/>
                </a:lnTo>
                <a:lnTo>
                  <a:pt x="18934" y="1907"/>
                </a:lnTo>
                <a:lnTo>
                  <a:pt x="18934" y="1907"/>
                </a:lnTo>
                <a:cubicBezTo>
                  <a:pt x="18933" y="2653"/>
                  <a:pt x="18737" y="3358"/>
                  <a:pt x="18390" y="3984"/>
                </a:cubicBezTo>
                <a:lnTo>
                  <a:pt x="19199" y="6150"/>
                </a:lnTo>
                <a:lnTo>
                  <a:pt x="19199" y="6821"/>
                </a:lnTo>
                <a:lnTo>
                  <a:pt x="18235" y="4241"/>
                </a:lnTo>
                <a:cubicBezTo>
                  <a:pt x="17336" y="5635"/>
                  <a:pt x="15659" y="6575"/>
                  <a:pt x="13742" y="6575"/>
                </a:cubicBezTo>
                <a:cubicBezTo>
                  <a:pt x="10162" y="6575"/>
                  <a:pt x="9391" y="4635"/>
                  <a:pt x="5087" y="4635"/>
                </a:cubicBezTo>
                <a:cubicBezTo>
                  <a:pt x="2636" y="4635"/>
                  <a:pt x="1331" y="5265"/>
                  <a:pt x="0" y="5807"/>
                </a:cubicBezTo>
                <a:lnTo>
                  <a:pt x="0" y="5553"/>
                </a:lnTo>
                <a:cubicBezTo>
                  <a:pt x="81" y="5519"/>
                  <a:pt x="163" y="5486"/>
                  <a:pt x="245" y="5452"/>
                </a:cubicBezTo>
                <a:cubicBezTo>
                  <a:pt x="1044" y="5122"/>
                  <a:pt x="1197" y="4613"/>
                  <a:pt x="1202" y="3745"/>
                </a:cubicBezTo>
                <a:cubicBezTo>
                  <a:pt x="678" y="3789"/>
                  <a:pt x="346" y="4129"/>
                  <a:pt x="0" y="4528"/>
                </a:cubicBezTo>
                <a:lnTo>
                  <a:pt x="0" y="4176"/>
                </a:lnTo>
                <a:close/>
                <a:moveTo>
                  <a:pt x="16631" y="4282"/>
                </a:moveTo>
                <a:lnTo>
                  <a:pt x="16631" y="4282"/>
                </a:lnTo>
                <a:cubicBezTo>
                  <a:pt x="15835" y="4866"/>
                  <a:pt x="14797" y="4817"/>
                  <a:pt x="14044" y="4413"/>
                </a:cubicBezTo>
                <a:cubicBezTo>
                  <a:pt x="14014" y="4333"/>
                  <a:pt x="13990" y="4243"/>
                  <a:pt x="13973" y="4141"/>
                </a:cubicBezTo>
                <a:cubicBezTo>
                  <a:pt x="14004" y="4144"/>
                  <a:pt x="14031" y="4148"/>
                  <a:pt x="14059" y="4151"/>
                </a:cubicBezTo>
                <a:cubicBezTo>
                  <a:pt x="14580" y="4470"/>
                  <a:pt x="15623" y="4730"/>
                  <a:pt x="16492" y="4092"/>
                </a:cubicBezTo>
                <a:cubicBezTo>
                  <a:pt x="17126" y="3628"/>
                  <a:pt x="17505" y="2811"/>
                  <a:pt x="17505" y="1907"/>
                </a:cubicBezTo>
                <a:cubicBezTo>
                  <a:pt x="17505" y="1643"/>
                  <a:pt x="17290" y="1427"/>
                  <a:pt x="17025" y="1427"/>
                </a:cubicBezTo>
                <a:cubicBezTo>
                  <a:pt x="16761" y="1427"/>
                  <a:pt x="16546" y="1643"/>
                  <a:pt x="16546" y="1907"/>
                </a:cubicBezTo>
                <a:lnTo>
                  <a:pt x="16546" y="2024"/>
                </a:lnTo>
                <a:lnTo>
                  <a:pt x="16311" y="2024"/>
                </a:lnTo>
                <a:lnTo>
                  <a:pt x="16311" y="1907"/>
                </a:lnTo>
                <a:cubicBezTo>
                  <a:pt x="16311" y="1513"/>
                  <a:pt x="16631" y="1192"/>
                  <a:pt x="17025" y="1192"/>
                </a:cubicBezTo>
                <a:cubicBezTo>
                  <a:pt x="17419" y="1192"/>
                  <a:pt x="17740" y="1513"/>
                  <a:pt x="17740" y="1907"/>
                </a:cubicBezTo>
                <a:cubicBezTo>
                  <a:pt x="17740" y="2885"/>
                  <a:pt x="17325" y="3773"/>
                  <a:pt x="16631" y="4282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 dirty="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0423F-B7EF-7848-8C6C-5503B745FE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1" y="553616"/>
            <a:ext cx="8412057" cy="1945744"/>
          </a:xfrm>
        </p:spPr>
        <p:txBody>
          <a:bodyPr anchor="b">
            <a:noAutofit/>
          </a:bodyPr>
          <a:lstStyle>
            <a:lvl1pPr algn="l">
              <a:defRPr sz="5333" spc="-107" baseline="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CC53A-60A0-F740-8E06-61421EAF57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1" y="2682240"/>
            <a:ext cx="8412057" cy="609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MONTH 00, 0000  |  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5A740-0F78-404E-8D2B-CA4E32C87F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7D1B5C-558A-7A43-A7F3-CC5277A30B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6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5920"/>
            <a:ext cx="10972800" cy="4267200"/>
          </a:xfrm>
        </p:spPr>
        <p:txBody>
          <a:bodyPr numCol="2" spcCol="274320"/>
          <a:lstStyle>
            <a:lvl1pPr marL="304792" indent="-304792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lvl1pPr>
            <a:lvl2pPr marL="536435">
              <a:defRPr sz="1467"/>
            </a:lvl2pPr>
            <a:lvl3pPr marL="755885">
              <a:defRPr sz="1333"/>
            </a:lvl3pPr>
            <a:lvl4pPr marL="987527">
              <a:defRPr sz="1200"/>
            </a:lvl4pPr>
            <a:lvl5pPr marL="1219170">
              <a:defRPr sz="1067"/>
            </a:lvl5pPr>
            <a:lvl6pPr marL="1450812">
              <a:defRPr/>
            </a:lvl6pPr>
            <a:lvl7pPr marL="1682454">
              <a:defRPr/>
            </a:lvl7pPr>
            <a:lvl8pPr marL="1901904">
              <a:defRPr/>
            </a:lvl8pPr>
            <a:lvl9pPr marL="2133547"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84520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98180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45920"/>
            <a:ext cx="9266767" cy="4267200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2172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>
            <a:lvl1pPr>
              <a:defRPr/>
            </a:lvl1pPr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>
            <a:normAutofit/>
          </a:bodyPr>
          <a:lstStyle>
            <a:lvl1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467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33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indent="-228594" algn="l" defTabSz="914377" rtl="0" eaLnBrk="1" latinLnBrk="0" hangingPunct="1">
              <a:lnSpc>
                <a:spcPct val="120000"/>
              </a:lnSpc>
              <a:buFont typeface="Arial" panose="020B0604020202020204" pitchFamily="34" charset="0"/>
              <a:defRPr lang="en-US" sz="10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17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3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53033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091" y="1642534"/>
            <a:ext cx="5303308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C7B7800-7190-394B-947C-B8A7D81D5A47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51501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91186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>
            <a:lvl2pPr>
              <a:defRPr sz="1467"/>
            </a:lvl2pPr>
            <a:lvl3pPr>
              <a:defRPr sz="1333"/>
            </a:lvl3pPr>
            <a:lvl4pPr>
              <a:defRPr sz="1200"/>
            </a:lvl4pPr>
            <a:lvl5pPr>
              <a:defRPr sz="1067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481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5509" cy="427143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246" y="1642534"/>
            <a:ext cx="3415509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6889" y="1642534"/>
            <a:ext cx="3415511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FDCE18C-4FAF-B84F-8867-AB8B41FDCAC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61386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65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9968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59B34E4-1128-6E4F-A42E-FF25BFC2E1DE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78286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52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642534"/>
            <a:ext cx="7192432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8217" y="1642534"/>
            <a:ext cx="3414183" cy="42714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140389-BD01-794D-86E4-AD478067964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8CE33-9527-7642-BB0E-6FDA3BC24ECF}"/>
              </a:ext>
            </a:extLst>
          </p:cNvPr>
          <p:cNvSpPr txBox="1"/>
          <p:nvPr userDrawn="1"/>
        </p:nvSpPr>
        <p:spPr>
          <a:xfrm>
            <a:off x="931524" y="13287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594" indent="-228594" defTabSz="914377">
              <a:lnSpc>
                <a:spcPct val="120000"/>
              </a:lnSpc>
              <a:spcBef>
                <a:spcPts val="1200"/>
              </a:spcBef>
              <a:buSzPct val="120000"/>
              <a:buFont typeface="Arial" pitchFamily="34" charset="0"/>
              <a:buChar char="▪"/>
            </a:pPr>
            <a:endParaRPr lang="en-US" sz="1600" dirty="0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21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0107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1"/>
            <a:ext cx="10972800" cy="546155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1642534"/>
            <a:ext cx="10972800" cy="4271433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067" cap="all"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609600" y="1094795"/>
            <a:ext cx="10972800" cy="365707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33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333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426149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 dirty="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65833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771650" y="3711825"/>
            <a:ext cx="10420351" cy="2563284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 dirty="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1" y="2987041"/>
            <a:ext cx="5304367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81765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 dirty="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418493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Blue">
    <p:bg>
      <p:bgPr>
        <a:solidFill>
          <a:srgbClr val="006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3274483" y="2089149"/>
            <a:ext cx="8917517" cy="4768851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175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 dirty="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53043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3780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16811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 dirty="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/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77258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Gray">
    <p:bg>
      <p:bgPr>
        <a:solidFill>
          <a:srgbClr val="888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94928BC-ACC1-F744-BDCA-844252C7B843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0" y="0"/>
            <a:ext cx="12192000" cy="68580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 dirty="0">
              <a:solidFill>
                <a:srgbClr val="53565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546101"/>
            <a:ext cx="9266767" cy="2255519"/>
          </a:xfrm>
        </p:spPr>
        <p:txBody>
          <a:bodyPr rIns="137160" anchor="b" anchorCtr="0"/>
          <a:lstStyle>
            <a:lvl1pPr>
              <a:defRPr sz="4267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2" y="2987041"/>
            <a:ext cx="5304365" cy="60835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33" cap="none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333" cap="all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5448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6A3B-A09F-2F48-89B5-88F69CD0D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1BBA-E035-AC4A-9970-B27091D75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59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3FE97-439F-A649-87BE-06EB6810A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47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 dirty="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006FCF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  <a:defRPr sz="1333">
                <a:solidFill>
                  <a:schemeClr val="tx1"/>
                </a:solidFill>
              </a:defRPr>
            </a:lvl2pPr>
            <a:lvl3pPr marL="23469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3pPr>
            <a:lvl4pPr marL="454141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4pPr>
            <a:lvl5pPr marL="685783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5pPr>
            <a:lvl6pPr marL="917425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6pPr>
            <a:lvl7pPr marL="1136876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7pPr>
            <a:lvl8pPr marL="1368518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8pPr>
            <a:lvl9pPr marL="160016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E82B13-13AC-994D-B028-46AE92867D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1"/>
            <a:ext cx="2670048" cy="463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0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3291840" y="4340353"/>
            <a:ext cx="8778240" cy="2513708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 dirty="0">
              <a:solidFill>
                <a:srgbClr val="53565A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609601" y="1654041"/>
            <a:ext cx="5304367" cy="727388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67" spc="-80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D7505-3A56-974B-9FD0-1C9DD6BE92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087" y="6042360"/>
            <a:ext cx="2670048" cy="463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28244-1361-5F4C-B4B2-6000550B24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007" y="5907194"/>
            <a:ext cx="734244" cy="73424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552345"/>
            <a:ext cx="5304367" cy="33548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333">
                <a:solidFill>
                  <a:schemeClr val="bg2"/>
                </a:solidFill>
              </a:defRPr>
            </a:lvl1pPr>
            <a:lvl2pPr marL="0" indent="-228594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Char char="▪"/>
              <a:defRPr sz="1333">
                <a:solidFill>
                  <a:schemeClr val="bg2"/>
                </a:solidFill>
              </a:defRPr>
            </a:lvl2pPr>
            <a:lvl3pPr marL="46328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3pPr>
            <a:lvl4pPr marL="682735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4pPr>
            <a:lvl5pPr marL="914377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5pPr>
            <a:lvl6pPr marL="1146019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6pPr>
            <a:lvl7pPr marL="1365470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7pPr>
            <a:lvl8pPr marL="1597112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8pPr>
            <a:lvl9pPr marL="1828754">
              <a:lnSpc>
                <a:spcPct val="100000"/>
              </a:lnSpc>
              <a:spcBef>
                <a:spcPts val="0"/>
              </a:spcBef>
              <a:defRPr sz="1333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Optional 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384524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71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93.xml"/><Relationship Id="rId26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96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95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90.xml"/><Relationship Id="rId23" Type="http://schemas.openxmlformats.org/officeDocument/2006/relationships/slideLayout" Target="../slideLayouts/slideLayout98.xml"/><Relationship Id="rId28" Type="http://schemas.openxmlformats.org/officeDocument/2006/relationships/theme" Target="../theme/theme4.xml"/><Relationship Id="rId10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94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7.xml"/><Relationship Id="rId27" Type="http://schemas.openxmlformats.org/officeDocument/2006/relationships/slideLayout" Target="../slideLayouts/slideLayout10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115.xml"/><Relationship Id="rId18" Type="http://schemas.openxmlformats.org/officeDocument/2006/relationships/slideLayout" Target="../slideLayouts/slideLayout120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105.xml"/><Relationship Id="rId21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14.xml"/><Relationship Id="rId17" Type="http://schemas.openxmlformats.org/officeDocument/2006/relationships/slideLayout" Target="../slideLayouts/slideLayout119.xml"/><Relationship Id="rId25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104.xml"/><Relationship Id="rId16" Type="http://schemas.openxmlformats.org/officeDocument/2006/relationships/slideLayout" Target="../slideLayouts/slideLayout118.xml"/><Relationship Id="rId20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24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17.xml"/><Relationship Id="rId23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6.xml"/><Relationship Id="rId22" Type="http://schemas.openxmlformats.org/officeDocument/2006/relationships/slideLayout" Target="../slideLayouts/slideLayout124.xml"/><Relationship Id="rId27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5.xml"/><Relationship Id="rId13" Type="http://schemas.openxmlformats.org/officeDocument/2006/relationships/slideLayout" Target="../slideLayouts/slideLayout140.xml"/><Relationship Id="rId18" Type="http://schemas.openxmlformats.org/officeDocument/2006/relationships/slideLayout" Target="../slideLayouts/slideLayout145.xml"/><Relationship Id="rId26" Type="http://schemas.openxmlformats.org/officeDocument/2006/relationships/theme" Target="../theme/theme6.xml"/><Relationship Id="rId3" Type="http://schemas.openxmlformats.org/officeDocument/2006/relationships/slideLayout" Target="../slideLayouts/slideLayout130.xml"/><Relationship Id="rId21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34.xml"/><Relationship Id="rId12" Type="http://schemas.openxmlformats.org/officeDocument/2006/relationships/slideLayout" Target="../slideLayouts/slideLayout139.xml"/><Relationship Id="rId17" Type="http://schemas.openxmlformats.org/officeDocument/2006/relationships/slideLayout" Target="../slideLayouts/slideLayout144.xml"/><Relationship Id="rId25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29.xml"/><Relationship Id="rId16" Type="http://schemas.openxmlformats.org/officeDocument/2006/relationships/slideLayout" Target="../slideLayouts/slideLayout143.xml"/><Relationship Id="rId20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33.xml"/><Relationship Id="rId11" Type="http://schemas.openxmlformats.org/officeDocument/2006/relationships/slideLayout" Target="../slideLayouts/slideLayout138.xml"/><Relationship Id="rId24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42.xml"/><Relationship Id="rId23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37.xml"/><Relationship Id="rId19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31.xml"/><Relationship Id="rId9" Type="http://schemas.openxmlformats.org/officeDocument/2006/relationships/slideLayout" Target="../slideLayouts/slideLayout136.xml"/><Relationship Id="rId14" Type="http://schemas.openxmlformats.org/officeDocument/2006/relationships/slideLayout" Target="../slideLayouts/slideLayout141.xml"/><Relationship Id="rId22" Type="http://schemas.openxmlformats.org/officeDocument/2006/relationships/slideLayout" Target="../slideLayouts/slideLayout149.xml"/><Relationship Id="rId27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0.xml"/><Relationship Id="rId13" Type="http://schemas.openxmlformats.org/officeDocument/2006/relationships/slideLayout" Target="../slideLayouts/slideLayout165.xml"/><Relationship Id="rId18" Type="http://schemas.openxmlformats.org/officeDocument/2006/relationships/slideLayout" Target="../slideLayouts/slideLayout170.xml"/><Relationship Id="rId26" Type="http://schemas.openxmlformats.org/officeDocument/2006/relationships/theme" Target="../theme/theme7.xml"/><Relationship Id="rId3" Type="http://schemas.openxmlformats.org/officeDocument/2006/relationships/slideLayout" Target="../slideLayouts/slideLayout155.xml"/><Relationship Id="rId21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59.xml"/><Relationship Id="rId12" Type="http://schemas.openxmlformats.org/officeDocument/2006/relationships/slideLayout" Target="../slideLayouts/slideLayout164.xml"/><Relationship Id="rId17" Type="http://schemas.openxmlformats.org/officeDocument/2006/relationships/slideLayout" Target="../slideLayouts/slideLayout169.xml"/><Relationship Id="rId25" Type="http://schemas.openxmlformats.org/officeDocument/2006/relationships/slideLayout" Target="../slideLayouts/slideLayout177.xml"/><Relationship Id="rId2" Type="http://schemas.openxmlformats.org/officeDocument/2006/relationships/slideLayout" Target="../slideLayouts/slideLayout154.xml"/><Relationship Id="rId16" Type="http://schemas.openxmlformats.org/officeDocument/2006/relationships/slideLayout" Target="../slideLayouts/slideLayout168.xml"/><Relationship Id="rId20" Type="http://schemas.openxmlformats.org/officeDocument/2006/relationships/slideLayout" Target="../slideLayouts/slideLayout172.xml"/><Relationship Id="rId1" Type="http://schemas.openxmlformats.org/officeDocument/2006/relationships/slideLayout" Target="../slideLayouts/slideLayout153.xml"/><Relationship Id="rId6" Type="http://schemas.openxmlformats.org/officeDocument/2006/relationships/slideLayout" Target="../slideLayouts/slideLayout158.xml"/><Relationship Id="rId11" Type="http://schemas.openxmlformats.org/officeDocument/2006/relationships/slideLayout" Target="../slideLayouts/slideLayout163.xml"/><Relationship Id="rId24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57.xml"/><Relationship Id="rId15" Type="http://schemas.openxmlformats.org/officeDocument/2006/relationships/slideLayout" Target="../slideLayouts/slideLayout167.xml"/><Relationship Id="rId23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62.xml"/><Relationship Id="rId19" Type="http://schemas.openxmlformats.org/officeDocument/2006/relationships/slideLayout" Target="../slideLayouts/slideLayout171.xml"/><Relationship Id="rId4" Type="http://schemas.openxmlformats.org/officeDocument/2006/relationships/slideLayout" Target="../slideLayouts/slideLayout156.xml"/><Relationship Id="rId9" Type="http://schemas.openxmlformats.org/officeDocument/2006/relationships/slideLayout" Target="../slideLayouts/slideLayout161.xml"/><Relationship Id="rId14" Type="http://schemas.openxmlformats.org/officeDocument/2006/relationships/slideLayout" Target="../slideLayouts/slideLayout166.xml"/><Relationship Id="rId22" Type="http://schemas.openxmlformats.org/officeDocument/2006/relationships/slideLayout" Target="../slideLayouts/slideLayout174.xml"/><Relationship Id="rId27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5.xml"/><Relationship Id="rId13" Type="http://schemas.openxmlformats.org/officeDocument/2006/relationships/slideLayout" Target="../slideLayouts/slideLayout190.xml"/><Relationship Id="rId18" Type="http://schemas.openxmlformats.org/officeDocument/2006/relationships/slideLayout" Target="../slideLayouts/slideLayout195.xml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180.xml"/><Relationship Id="rId21" Type="http://schemas.openxmlformats.org/officeDocument/2006/relationships/slideLayout" Target="../slideLayouts/slideLayout198.xml"/><Relationship Id="rId7" Type="http://schemas.openxmlformats.org/officeDocument/2006/relationships/slideLayout" Target="../slideLayouts/slideLayout184.xml"/><Relationship Id="rId12" Type="http://schemas.openxmlformats.org/officeDocument/2006/relationships/slideLayout" Target="../slideLayouts/slideLayout189.xml"/><Relationship Id="rId17" Type="http://schemas.openxmlformats.org/officeDocument/2006/relationships/slideLayout" Target="../slideLayouts/slideLayout194.xml"/><Relationship Id="rId25" Type="http://schemas.openxmlformats.org/officeDocument/2006/relationships/theme" Target="../theme/theme8.xml"/><Relationship Id="rId2" Type="http://schemas.openxmlformats.org/officeDocument/2006/relationships/slideLayout" Target="../slideLayouts/slideLayout179.xml"/><Relationship Id="rId16" Type="http://schemas.openxmlformats.org/officeDocument/2006/relationships/slideLayout" Target="../slideLayouts/slideLayout193.xml"/><Relationship Id="rId2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78.xml"/><Relationship Id="rId6" Type="http://schemas.openxmlformats.org/officeDocument/2006/relationships/slideLayout" Target="../slideLayouts/slideLayout183.xml"/><Relationship Id="rId11" Type="http://schemas.openxmlformats.org/officeDocument/2006/relationships/slideLayout" Target="../slideLayouts/slideLayout188.xml"/><Relationship Id="rId24" Type="http://schemas.openxmlformats.org/officeDocument/2006/relationships/slideLayout" Target="../slideLayouts/slideLayout201.xml"/><Relationship Id="rId5" Type="http://schemas.openxmlformats.org/officeDocument/2006/relationships/slideLayout" Target="../slideLayouts/slideLayout182.xml"/><Relationship Id="rId15" Type="http://schemas.openxmlformats.org/officeDocument/2006/relationships/slideLayout" Target="../slideLayouts/slideLayout192.xml"/><Relationship Id="rId23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187.xml"/><Relationship Id="rId19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81.xml"/><Relationship Id="rId9" Type="http://schemas.openxmlformats.org/officeDocument/2006/relationships/slideLayout" Target="../slideLayouts/slideLayout186.xml"/><Relationship Id="rId14" Type="http://schemas.openxmlformats.org/officeDocument/2006/relationships/slideLayout" Target="../slideLayouts/slideLayout191.xml"/><Relationship Id="rId22" Type="http://schemas.openxmlformats.org/officeDocument/2006/relationships/slideLayout" Target="../slideLayouts/slideLayout19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E4BB1FAD-9694-0C46-BC4D-8ADFA81F1051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5754624" y="5240867"/>
            <a:ext cx="5647267" cy="1617133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08FED-0359-6A45-8A9C-E946B719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1"/>
            <a:ext cx="10972800" cy="9118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B908-AC83-8040-9BEE-F0D0260A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45920"/>
            <a:ext cx="10972800" cy="426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C5675D-01D1-814D-A9D6-08BC5C47C2B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232" y="6020140"/>
            <a:ext cx="609600" cy="60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A55658-7309-2A4C-A006-993F70713D70}"/>
              </a:ext>
            </a:extLst>
          </p:cNvPr>
          <p:cNvSpPr txBox="1"/>
          <p:nvPr userDrawn="1"/>
        </p:nvSpPr>
        <p:spPr>
          <a:xfrm>
            <a:off x="1341120" y="6263737"/>
            <a:ext cx="6460913" cy="3063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defTabSz="914377"/>
            <a:r>
              <a:rPr lang="en-US" sz="667" dirty="0">
                <a:solidFill>
                  <a:srgbClr val="53565A"/>
                </a:solidFill>
              </a:rPr>
              <a:t>This material contains information that is proprietary and confidential to American Express. It cannot be shared with third parties without </a:t>
            </a:r>
            <a:br>
              <a:rPr lang="en-US" sz="667" dirty="0">
                <a:solidFill>
                  <a:srgbClr val="53565A"/>
                </a:solidFill>
              </a:rPr>
            </a:br>
            <a:r>
              <a:rPr lang="en-US" sz="667" dirty="0">
                <a:solidFill>
                  <a:srgbClr val="53565A"/>
                </a:solidFill>
              </a:rPr>
              <a:t>American Express’ written consent. AMERICAN EXPRESS PROPRIETARY &amp; CONFIDENTIAL. DO NOT COPY. DO NOT DISTRIBUTE.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89777B4-3265-5B40-8D1C-2A120F13E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97507"/>
            <a:ext cx="609600" cy="30649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600">
                <a:solidFill>
                  <a:schemeClr val="bg2"/>
                </a:solidFill>
              </a:defRPr>
            </a:lvl1pPr>
          </a:lstStyle>
          <a:p>
            <a:pPr defTabSz="914377"/>
            <a:fld id="{E59C716A-E560-2D44-8739-72D446B232A5}" type="slidenum">
              <a:rPr lang="en-US" smtClean="0">
                <a:solidFill>
                  <a:srgbClr val="006FCF"/>
                </a:solidFill>
              </a:rPr>
              <a:pPr defTabSz="914377"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9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spc="-53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20000"/>
        </a:lnSpc>
        <a:spcBef>
          <a:spcPts val="1200"/>
        </a:spcBef>
        <a:buSzPct val="120000"/>
        <a:buFont typeface="Arial" panose="020B06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6328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2735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77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6019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5470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7112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75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60396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58">
          <p15:clr>
            <a:srgbClr val="F26B43"/>
          </p15:clr>
        </p15:guide>
        <p15:guide id="2" pos="288">
          <p15:clr>
            <a:srgbClr val="F26B43"/>
          </p15:clr>
        </p15:guide>
        <p15:guide id="3" pos="5472">
          <p15:clr>
            <a:srgbClr val="F26B43"/>
          </p15:clr>
        </p15:guide>
        <p15:guide id="4" orient="horz" pos="776">
          <p15:clr>
            <a:srgbClr val="F26B43"/>
          </p15:clr>
        </p15:guide>
        <p15:guide id="5" pos="2880">
          <p15:clr>
            <a:srgbClr val="F26B43"/>
          </p15:clr>
        </p15:guide>
        <p15:guide id="6" pos="1901">
          <p15:clr>
            <a:srgbClr val="F26B43"/>
          </p15:clr>
        </p15:guide>
        <p15:guide id="7" pos="2074">
          <p15:clr>
            <a:srgbClr val="F26B43"/>
          </p15:clr>
        </p15:guide>
        <p15:guide id="8" pos="3859">
          <p15:clr>
            <a:srgbClr val="F26B43"/>
          </p15:clr>
        </p15:guide>
        <p15:guide id="9" pos="3686">
          <p15:clr>
            <a:srgbClr val="F26B43"/>
          </p15:clr>
        </p15:guide>
        <p15:guide id="10" pos="4666">
          <p15:clr>
            <a:srgbClr val="F26B43"/>
          </p15:clr>
        </p15:guide>
        <p15:guide id="11" orient="horz" pos="2794">
          <p15:clr>
            <a:srgbClr val="F26B43"/>
          </p15:clr>
        </p15:guide>
        <p15:guide id="12" pos="2794">
          <p15:clr>
            <a:srgbClr val="F26B43"/>
          </p15:clr>
        </p15:guide>
        <p15:guide id="13" pos="296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E4BB1FAD-9694-0C46-BC4D-8ADFA81F1051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5754624" y="5240867"/>
            <a:ext cx="5647267" cy="1617133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08FED-0359-6A45-8A9C-E946B719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1"/>
            <a:ext cx="10972800" cy="9118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B908-AC83-8040-9BEE-F0D0260A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45920"/>
            <a:ext cx="10972800" cy="426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C5675D-01D1-814D-A9D6-08BC5C47C2B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232" y="6020140"/>
            <a:ext cx="609600" cy="60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A55658-7309-2A4C-A006-993F70713D70}"/>
              </a:ext>
            </a:extLst>
          </p:cNvPr>
          <p:cNvSpPr txBox="1"/>
          <p:nvPr userDrawn="1"/>
        </p:nvSpPr>
        <p:spPr>
          <a:xfrm>
            <a:off x="1341120" y="6263737"/>
            <a:ext cx="6460913" cy="3063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defTabSz="914377"/>
            <a:r>
              <a:rPr lang="en-US" sz="667" dirty="0">
                <a:solidFill>
                  <a:srgbClr val="53565A"/>
                </a:solidFill>
              </a:rPr>
              <a:t>This material contains information that is proprietary and confidential to American Express. It cannot be shared with third parties without </a:t>
            </a:r>
            <a:br>
              <a:rPr lang="en-US" sz="667" dirty="0">
                <a:solidFill>
                  <a:srgbClr val="53565A"/>
                </a:solidFill>
              </a:rPr>
            </a:br>
            <a:r>
              <a:rPr lang="en-US" sz="667" dirty="0">
                <a:solidFill>
                  <a:srgbClr val="53565A"/>
                </a:solidFill>
              </a:rPr>
              <a:t>American Express’ written consent. AMERICAN EXPRESS PROPRIETARY &amp; CONFIDENTIAL. DO NOT COPY. DO NOT DISTRIBUTE.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89777B4-3265-5B40-8D1C-2A120F13E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97507"/>
            <a:ext cx="609600" cy="30649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600">
                <a:solidFill>
                  <a:schemeClr val="bg2"/>
                </a:solidFill>
              </a:defRPr>
            </a:lvl1pPr>
          </a:lstStyle>
          <a:p>
            <a:pPr defTabSz="914377"/>
            <a:fld id="{E59C716A-E560-2D44-8739-72D446B232A5}" type="slidenum">
              <a:rPr lang="en-US" smtClean="0">
                <a:solidFill>
                  <a:srgbClr val="006FCF"/>
                </a:solidFill>
              </a:rPr>
              <a:pPr defTabSz="914377"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26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spc="-53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20000"/>
        </a:lnSpc>
        <a:spcBef>
          <a:spcPts val="1200"/>
        </a:spcBef>
        <a:buSzPct val="120000"/>
        <a:buFont typeface="Arial" panose="020B06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6328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2735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77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6019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5470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7112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75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60396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58">
          <p15:clr>
            <a:srgbClr val="F26B43"/>
          </p15:clr>
        </p15:guide>
        <p15:guide id="2" pos="288">
          <p15:clr>
            <a:srgbClr val="F26B43"/>
          </p15:clr>
        </p15:guide>
        <p15:guide id="3" pos="5472">
          <p15:clr>
            <a:srgbClr val="F26B43"/>
          </p15:clr>
        </p15:guide>
        <p15:guide id="4" orient="horz" pos="776">
          <p15:clr>
            <a:srgbClr val="F26B43"/>
          </p15:clr>
        </p15:guide>
        <p15:guide id="5" pos="2880">
          <p15:clr>
            <a:srgbClr val="F26B43"/>
          </p15:clr>
        </p15:guide>
        <p15:guide id="6" pos="1901">
          <p15:clr>
            <a:srgbClr val="F26B43"/>
          </p15:clr>
        </p15:guide>
        <p15:guide id="7" pos="2074">
          <p15:clr>
            <a:srgbClr val="F26B43"/>
          </p15:clr>
        </p15:guide>
        <p15:guide id="8" pos="3859">
          <p15:clr>
            <a:srgbClr val="F26B43"/>
          </p15:clr>
        </p15:guide>
        <p15:guide id="9" pos="3686">
          <p15:clr>
            <a:srgbClr val="F26B43"/>
          </p15:clr>
        </p15:guide>
        <p15:guide id="10" pos="4666">
          <p15:clr>
            <a:srgbClr val="F26B43"/>
          </p15:clr>
        </p15:guide>
        <p15:guide id="11" orient="horz" pos="2794">
          <p15:clr>
            <a:srgbClr val="F26B43"/>
          </p15:clr>
        </p15:guide>
        <p15:guide id="12" pos="2794">
          <p15:clr>
            <a:srgbClr val="F26B43"/>
          </p15:clr>
        </p15:guide>
        <p15:guide id="13" pos="296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E4BB1FAD-9694-0C46-BC4D-8ADFA81F1051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5754624" y="5240867"/>
            <a:ext cx="5647267" cy="1617133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08FED-0359-6A45-8A9C-E946B719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1"/>
            <a:ext cx="10972800" cy="9118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B908-AC83-8040-9BEE-F0D0260A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45920"/>
            <a:ext cx="10972800" cy="426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C5675D-01D1-814D-A9D6-08BC5C47C2B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232" y="6020140"/>
            <a:ext cx="609600" cy="60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A55658-7309-2A4C-A006-993F70713D70}"/>
              </a:ext>
            </a:extLst>
          </p:cNvPr>
          <p:cNvSpPr txBox="1"/>
          <p:nvPr userDrawn="1"/>
        </p:nvSpPr>
        <p:spPr>
          <a:xfrm>
            <a:off x="1341120" y="6263737"/>
            <a:ext cx="6460913" cy="3063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defTabSz="914377"/>
            <a:r>
              <a:rPr lang="en-US" sz="667" dirty="0">
                <a:solidFill>
                  <a:srgbClr val="53565A"/>
                </a:solidFill>
              </a:rPr>
              <a:t>This material contains information that is proprietary and confidential to American Express. It cannot be shared with third parties without </a:t>
            </a:r>
            <a:br>
              <a:rPr lang="en-US" sz="667" dirty="0">
                <a:solidFill>
                  <a:srgbClr val="53565A"/>
                </a:solidFill>
              </a:rPr>
            </a:br>
            <a:r>
              <a:rPr lang="en-US" sz="667" dirty="0">
                <a:solidFill>
                  <a:srgbClr val="53565A"/>
                </a:solidFill>
              </a:rPr>
              <a:t>American Express’ written consent. AMERICAN EXPRESS PROPRIETARY &amp; CONFIDENTIAL. DO NOT COPY. DO NOT DISTRIBUTE.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89777B4-3265-5B40-8D1C-2A120F13E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97507"/>
            <a:ext cx="609600" cy="30649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600">
                <a:solidFill>
                  <a:schemeClr val="bg2"/>
                </a:solidFill>
              </a:defRPr>
            </a:lvl1pPr>
          </a:lstStyle>
          <a:p>
            <a:pPr defTabSz="914377"/>
            <a:fld id="{E59C716A-E560-2D44-8739-72D446B232A5}" type="slidenum">
              <a:rPr lang="en-US" smtClean="0">
                <a:solidFill>
                  <a:srgbClr val="006FCF"/>
                </a:solidFill>
              </a:rPr>
              <a:pPr defTabSz="914377"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37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spc="-53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20000"/>
        </a:lnSpc>
        <a:spcBef>
          <a:spcPts val="1200"/>
        </a:spcBef>
        <a:buSzPct val="120000"/>
        <a:buFont typeface="Arial" panose="020B06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6328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2735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77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6019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5470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7112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75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60396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58">
          <p15:clr>
            <a:srgbClr val="F26B43"/>
          </p15:clr>
        </p15:guide>
        <p15:guide id="2" pos="288">
          <p15:clr>
            <a:srgbClr val="F26B43"/>
          </p15:clr>
        </p15:guide>
        <p15:guide id="3" pos="5472">
          <p15:clr>
            <a:srgbClr val="F26B43"/>
          </p15:clr>
        </p15:guide>
        <p15:guide id="4" orient="horz" pos="776">
          <p15:clr>
            <a:srgbClr val="F26B43"/>
          </p15:clr>
        </p15:guide>
        <p15:guide id="5" pos="2880">
          <p15:clr>
            <a:srgbClr val="F26B43"/>
          </p15:clr>
        </p15:guide>
        <p15:guide id="6" pos="1901">
          <p15:clr>
            <a:srgbClr val="F26B43"/>
          </p15:clr>
        </p15:guide>
        <p15:guide id="7" pos="2074">
          <p15:clr>
            <a:srgbClr val="F26B43"/>
          </p15:clr>
        </p15:guide>
        <p15:guide id="8" pos="3859">
          <p15:clr>
            <a:srgbClr val="F26B43"/>
          </p15:clr>
        </p15:guide>
        <p15:guide id="9" pos="3686">
          <p15:clr>
            <a:srgbClr val="F26B43"/>
          </p15:clr>
        </p15:guide>
        <p15:guide id="10" pos="4666">
          <p15:clr>
            <a:srgbClr val="F26B43"/>
          </p15:clr>
        </p15:guide>
        <p15:guide id="11" orient="horz" pos="2794">
          <p15:clr>
            <a:srgbClr val="F26B43"/>
          </p15:clr>
        </p15:guide>
        <p15:guide id="12" pos="2794">
          <p15:clr>
            <a:srgbClr val="F26B43"/>
          </p15:clr>
        </p15:guide>
        <p15:guide id="13" pos="296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E4BB1FAD-9694-0C46-BC4D-8ADFA81F1051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5754626" y="5240867"/>
            <a:ext cx="5647268" cy="1617133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</a:bodyPr>
          <a:lstStyle/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53565A"/>
              </a:solidFill>
              <a:latin typeface="Arial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08FED-0359-6A45-8A9C-E946B719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2"/>
            <a:ext cx="10972800" cy="9118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B908-AC83-8040-9BEE-F0D0260A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45920"/>
            <a:ext cx="10972800" cy="426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C5675D-01D1-814D-A9D6-08BC5C47C2BC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233" y="6020140"/>
            <a:ext cx="609600" cy="609600"/>
          </a:xfrm>
          <a:prstGeom prst="rect">
            <a:avLst/>
          </a:prstGeom>
        </p:spPr>
      </p:pic>
      <p:sp>
        <p:nvSpPr>
          <p:cNvPr id="7" name="Slide Number Placeholder 20">
            <a:extLst>
              <a:ext uri="{FF2B5EF4-FFF2-40B4-BE49-F238E27FC236}">
                <a16:creationId xmlns:a16="http://schemas.microsoft.com/office/drawing/2014/main" id="{D7306223-23AD-3449-8C18-5241A47B0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1" y="6297507"/>
            <a:ext cx="609600" cy="30649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600">
                <a:solidFill>
                  <a:schemeClr val="bg2"/>
                </a:solidFill>
              </a:defRPr>
            </a:lvl1pPr>
          </a:lstStyle>
          <a:p>
            <a:pPr defTabSz="609585" fontAlgn="base">
              <a:spcBef>
                <a:spcPct val="0"/>
              </a:spcBef>
              <a:spcAft>
                <a:spcPct val="0"/>
              </a:spcAft>
            </a:pPr>
            <a:fld id="{E59C716A-E560-2D44-8739-72D446B232A5}" type="slidenum">
              <a:rPr lang="en-US" smtClean="0">
                <a:solidFill>
                  <a:srgbClr val="006FCF"/>
                </a:solidFill>
                <a:latin typeface="Arial" charset="0"/>
              </a:rPr>
              <a:pPr defTabSz="609585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srgbClr val="006FCF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97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  <p:sldLayoutId id="2147483757" r:id="rId19"/>
    <p:sldLayoutId id="2147483758" r:id="rId20"/>
    <p:sldLayoutId id="2147483759" r:id="rId21"/>
    <p:sldLayoutId id="2147483760" r:id="rId22"/>
    <p:sldLayoutId id="2147483761" r:id="rId23"/>
    <p:sldLayoutId id="2147483762" r:id="rId24"/>
    <p:sldLayoutId id="2147483763" r:id="rId25"/>
    <p:sldLayoutId id="2147483764" r:id="rId26"/>
    <p:sldLayoutId id="2147483765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lang="en-US" sz="3200" kern="1200" spc="-55" baseline="0" dirty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598" indent="-228598" algn="l" defTabSz="914389" rtl="0" eaLnBrk="1" latinLnBrk="0" hangingPunct="1">
        <a:lnSpc>
          <a:spcPct val="120000"/>
        </a:lnSpc>
        <a:spcBef>
          <a:spcPts val="1200"/>
        </a:spcBef>
        <a:buSzPct val="120000"/>
        <a:buFont typeface="Arial" panose="020B06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63290" indent="-228598" algn="l" defTabSz="914389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2743" indent="-228598" algn="l" defTabSz="914389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89" indent="-228598" algn="l" defTabSz="914389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6034" indent="-228598" algn="l" defTabSz="914389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5487" indent="-228598" algn="l" defTabSz="914389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7133" indent="-228598" algn="l" defTabSz="914389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777" indent="-228598" algn="l" defTabSz="914389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60423" indent="-228598" algn="l" defTabSz="914389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0" algn="l" defTabSz="9143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4" algn="l" defTabSz="91438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E4BB1FAD-9694-0C46-BC4D-8ADFA81F1051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5754624" y="5240867"/>
            <a:ext cx="5647267" cy="1617133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08FED-0359-6A45-8A9C-E946B719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1"/>
            <a:ext cx="10972800" cy="9118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B908-AC83-8040-9BEE-F0D0260A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45920"/>
            <a:ext cx="10972800" cy="426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C5675D-01D1-814D-A9D6-08BC5C47C2B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232" y="6020140"/>
            <a:ext cx="609600" cy="60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A55658-7309-2A4C-A006-993F70713D70}"/>
              </a:ext>
            </a:extLst>
          </p:cNvPr>
          <p:cNvSpPr txBox="1"/>
          <p:nvPr userDrawn="1"/>
        </p:nvSpPr>
        <p:spPr>
          <a:xfrm>
            <a:off x="1341120" y="6263737"/>
            <a:ext cx="6460913" cy="3063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defTabSz="914377"/>
            <a:r>
              <a:rPr lang="en-US" sz="667" dirty="0">
                <a:solidFill>
                  <a:srgbClr val="53565A"/>
                </a:solidFill>
              </a:rPr>
              <a:t>This material contains information that is proprietary and confidential to American Express. It cannot be shared with third parties without </a:t>
            </a:r>
            <a:br>
              <a:rPr lang="en-US" sz="667" dirty="0">
                <a:solidFill>
                  <a:srgbClr val="53565A"/>
                </a:solidFill>
              </a:rPr>
            </a:br>
            <a:r>
              <a:rPr lang="en-US" sz="667" dirty="0">
                <a:solidFill>
                  <a:srgbClr val="53565A"/>
                </a:solidFill>
              </a:rPr>
              <a:t>American Express’ written consent. AMERICAN EXPRESS PROPRIETARY &amp; CONFIDENTIAL. DO NOT COPY. DO NOT DISTRIBUTE.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89777B4-3265-5B40-8D1C-2A120F13E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97507"/>
            <a:ext cx="609600" cy="30649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600">
                <a:solidFill>
                  <a:schemeClr val="bg2"/>
                </a:solidFill>
              </a:defRPr>
            </a:lvl1pPr>
          </a:lstStyle>
          <a:p>
            <a:pPr defTabSz="914377"/>
            <a:fld id="{E59C716A-E560-2D44-8739-72D446B232A5}" type="slidenum">
              <a:rPr lang="en-US" smtClean="0">
                <a:solidFill>
                  <a:srgbClr val="006FCF"/>
                </a:solidFill>
              </a:rPr>
              <a:pPr defTabSz="914377"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52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  <p:sldLayoutId id="2147483790" r:id="rId24"/>
    <p:sldLayoutId id="2147483791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spc="-53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20000"/>
        </a:lnSpc>
        <a:spcBef>
          <a:spcPts val="1200"/>
        </a:spcBef>
        <a:buSzPct val="120000"/>
        <a:buFont typeface="Arial" panose="020B06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6328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2735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77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6019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5470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7112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75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60396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58">
          <p15:clr>
            <a:srgbClr val="F26B43"/>
          </p15:clr>
        </p15:guide>
        <p15:guide id="2" pos="288">
          <p15:clr>
            <a:srgbClr val="F26B43"/>
          </p15:clr>
        </p15:guide>
        <p15:guide id="3" pos="5472">
          <p15:clr>
            <a:srgbClr val="F26B43"/>
          </p15:clr>
        </p15:guide>
        <p15:guide id="4" orient="horz" pos="776">
          <p15:clr>
            <a:srgbClr val="F26B43"/>
          </p15:clr>
        </p15:guide>
        <p15:guide id="5" pos="2880">
          <p15:clr>
            <a:srgbClr val="F26B43"/>
          </p15:clr>
        </p15:guide>
        <p15:guide id="6" pos="1901">
          <p15:clr>
            <a:srgbClr val="F26B43"/>
          </p15:clr>
        </p15:guide>
        <p15:guide id="7" pos="2074">
          <p15:clr>
            <a:srgbClr val="F26B43"/>
          </p15:clr>
        </p15:guide>
        <p15:guide id="8" pos="3859">
          <p15:clr>
            <a:srgbClr val="F26B43"/>
          </p15:clr>
        </p15:guide>
        <p15:guide id="9" pos="3686">
          <p15:clr>
            <a:srgbClr val="F26B43"/>
          </p15:clr>
        </p15:guide>
        <p15:guide id="10" pos="4666">
          <p15:clr>
            <a:srgbClr val="F26B43"/>
          </p15:clr>
        </p15:guide>
        <p15:guide id="11" orient="horz" pos="2794">
          <p15:clr>
            <a:srgbClr val="F26B43"/>
          </p15:clr>
        </p15:guide>
        <p15:guide id="12" pos="2794">
          <p15:clr>
            <a:srgbClr val="F26B43"/>
          </p15:clr>
        </p15:guide>
        <p15:guide id="13" pos="2966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E4BB1FAD-9694-0C46-BC4D-8ADFA81F1051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5754624" y="5240867"/>
            <a:ext cx="5647267" cy="1617133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08FED-0359-6A45-8A9C-E946B719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1"/>
            <a:ext cx="10972800" cy="9118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B908-AC83-8040-9BEE-F0D0260A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45920"/>
            <a:ext cx="10972800" cy="426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C5675D-01D1-814D-A9D6-08BC5C47C2B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232" y="6020140"/>
            <a:ext cx="609600" cy="60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A55658-7309-2A4C-A006-993F70713D70}"/>
              </a:ext>
            </a:extLst>
          </p:cNvPr>
          <p:cNvSpPr txBox="1"/>
          <p:nvPr userDrawn="1"/>
        </p:nvSpPr>
        <p:spPr>
          <a:xfrm>
            <a:off x="1341120" y="6263737"/>
            <a:ext cx="6460913" cy="3063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defTabSz="914377"/>
            <a:r>
              <a:rPr lang="en-US" sz="667" dirty="0">
                <a:solidFill>
                  <a:srgbClr val="53565A"/>
                </a:solidFill>
              </a:rPr>
              <a:t>This material contains information that is proprietary and confidential to American Express. It cannot be shared with third parties without </a:t>
            </a:r>
            <a:br>
              <a:rPr lang="en-US" sz="667" dirty="0">
                <a:solidFill>
                  <a:srgbClr val="53565A"/>
                </a:solidFill>
              </a:rPr>
            </a:br>
            <a:r>
              <a:rPr lang="en-US" sz="667" dirty="0">
                <a:solidFill>
                  <a:srgbClr val="53565A"/>
                </a:solidFill>
              </a:rPr>
              <a:t>American Express’ written consent. AMERICAN EXPRESS PROPRIETARY &amp; CONFIDENTIAL. DO NOT COPY. DO NOT DISTRIBUTE.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89777B4-3265-5B40-8D1C-2A120F13E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97507"/>
            <a:ext cx="609600" cy="30649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600">
                <a:solidFill>
                  <a:schemeClr val="bg2"/>
                </a:solidFill>
              </a:defRPr>
            </a:lvl1pPr>
          </a:lstStyle>
          <a:p>
            <a:pPr defTabSz="914377"/>
            <a:fld id="{E59C716A-E560-2D44-8739-72D446B232A5}" type="slidenum">
              <a:rPr lang="en-US" smtClean="0">
                <a:solidFill>
                  <a:srgbClr val="006FCF"/>
                </a:solidFill>
              </a:rPr>
              <a:pPr defTabSz="914377"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51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  <p:sldLayoutId id="2147483837" r:id="rId19"/>
    <p:sldLayoutId id="2147483838" r:id="rId20"/>
    <p:sldLayoutId id="2147483839" r:id="rId21"/>
    <p:sldLayoutId id="2147483840" r:id="rId22"/>
    <p:sldLayoutId id="2147483841" r:id="rId23"/>
    <p:sldLayoutId id="2147483842" r:id="rId24"/>
    <p:sldLayoutId id="2147483843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spc="-53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20000"/>
        </a:lnSpc>
        <a:spcBef>
          <a:spcPts val="1200"/>
        </a:spcBef>
        <a:buSzPct val="120000"/>
        <a:buFont typeface="Arial" panose="020B06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6328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2735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77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6019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5470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7112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75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60396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58">
          <p15:clr>
            <a:srgbClr val="F26B43"/>
          </p15:clr>
        </p15:guide>
        <p15:guide id="2" pos="288">
          <p15:clr>
            <a:srgbClr val="F26B43"/>
          </p15:clr>
        </p15:guide>
        <p15:guide id="3" pos="5472">
          <p15:clr>
            <a:srgbClr val="F26B43"/>
          </p15:clr>
        </p15:guide>
        <p15:guide id="4" orient="horz" pos="776">
          <p15:clr>
            <a:srgbClr val="F26B43"/>
          </p15:clr>
        </p15:guide>
        <p15:guide id="5" pos="2880">
          <p15:clr>
            <a:srgbClr val="F26B43"/>
          </p15:clr>
        </p15:guide>
        <p15:guide id="6" pos="1901">
          <p15:clr>
            <a:srgbClr val="F26B43"/>
          </p15:clr>
        </p15:guide>
        <p15:guide id="7" pos="2074">
          <p15:clr>
            <a:srgbClr val="F26B43"/>
          </p15:clr>
        </p15:guide>
        <p15:guide id="8" pos="3859">
          <p15:clr>
            <a:srgbClr val="F26B43"/>
          </p15:clr>
        </p15:guide>
        <p15:guide id="9" pos="3686">
          <p15:clr>
            <a:srgbClr val="F26B43"/>
          </p15:clr>
        </p15:guide>
        <p15:guide id="10" pos="4666">
          <p15:clr>
            <a:srgbClr val="F26B43"/>
          </p15:clr>
        </p15:guide>
        <p15:guide id="11" orient="horz" pos="2794">
          <p15:clr>
            <a:srgbClr val="F26B43"/>
          </p15:clr>
        </p15:guide>
        <p15:guide id="12" pos="2794">
          <p15:clr>
            <a:srgbClr val="F26B43"/>
          </p15:clr>
        </p15:guide>
        <p15:guide id="13" pos="2966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E4BB1FAD-9694-0C46-BC4D-8ADFA81F1051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5754624" y="5240867"/>
            <a:ext cx="5647267" cy="1617133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>
              <a:solidFill>
                <a:srgbClr val="53565A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08FED-0359-6A45-8A9C-E946B719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1"/>
            <a:ext cx="10972800" cy="9118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B908-AC83-8040-9BEE-F0D0260A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45920"/>
            <a:ext cx="10972800" cy="426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C5675D-01D1-814D-A9D6-08BC5C47C2B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232" y="6020140"/>
            <a:ext cx="609600" cy="60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A55658-7309-2A4C-A006-993F70713D70}"/>
              </a:ext>
            </a:extLst>
          </p:cNvPr>
          <p:cNvSpPr txBox="1"/>
          <p:nvPr userDrawn="1"/>
        </p:nvSpPr>
        <p:spPr>
          <a:xfrm>
            <a:off x="1341120" y="6263737"/>
            <a:ext cx="6460913" cy="3063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defTabSz="914377"/>
            <a:r>
              <a:rPr lang="en-US" sz="667" dirty="0">
                <a:solidFill>
                  <a:srgbClr val="53565A"/>
                </a:solidFill>
              </a:rPr>
              <a:t>This material contains information that is proprietary and confidential to American Express. It cannot be shared with third parties without </a:t>
            </a:r>
            <a:br>
              <a:rPr lang="en-US" sz="667" dirty="0">
                <a:solidFill>
                  <a:srgbClr val="53565A"/>
                </a:solidFill>
              </a:rPr>
            </a:br>
            <a:r>
              <a:rPr lang="en-US" sz="667" dirty="0">
                <a:solidFill>
                  <a:srgbClr val="53565A"/>
                </a:solidFill>
              </a:rPr>
              <a:t>American Express’ written consent. AMERICAN EXPRESS PROPRIETARY &amp; CONFIDENTIAL. DO NOT COPY. DO NOT DISTRIBUTE.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89777B4-3265-5B40-8D1C-2A120F13E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97507"/>
            <a:ext cx="609600" cy="30649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600">
                <a:solidFill>
                  <a:schemeClr val="bg2"/>
                </a:solidFill>
              </a:defRPr>
            </a:lvl1pPr>
          </a:lstStyle>
          <a:p>
            <a:pPr defTabSz="914377"/>
            <a:fld id="{E59C716A-E560-2D44-8739-72D446B232A5}" type="slidenum">
              <a:rPr lang="en-US" smtClean="0">
                <a:solidFill>
                  <a:srgbClr val="006FCF"/>
                </a:solidFill>
              </a:rPr>
              <a:pPr defTabSz="914377"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2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  <p:sldLayoutId id="2147483862" r:id="rId18"/>
    <p:sldLayoutId id="2147483863" r:id="rId19"/>
    <p:sldLayoutId id="2147483864" r:id="rId20"/>
    <p:sldLayoutId id="2147483865" r:id="rId21"/>
    <p:sldLayoutId id="2147483866" r:id="rId22"/>
    <p:sldLayoutId id="2147483867" r:id="rId23"/>
    <p:sldLayoutId id="2147483868" r:id="rId24"/>
    <p:sldLayoutId id="2147483869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spc="-53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20000"/>
        </a:lnSpc>
        <a:spcBef>
          <a:spcPts val="1200"/>
        </a:spcBef>
        <a:buSzPct val="120000"/>
        <a:buFont typeface="Arial" panose="020B06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6328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2735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77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6019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5470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7112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75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60396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58">
          <p15:clr>
            <a:srgbClr val="F26B43"/>
          </p15:clr>
        </p15:guide>
        <p15:guide id="2" pos="288">
          <p15:clr>
            <a:srgbClr val="F26B43"/>
          </p15:clr>
        </p15:guide>
        <p15:guide id="3" pos="5472">
          <p15:clr>
            <a:srgbClr val="F26B43"/>
          </p15:clr>
        </p15:guide>
        <p15:guide id="4" orient="horz" pos="776">
          <p15:clr>
            <a:srgbClr val="F26B43"/>
          </p15:clr>
        </p15:guide>
        <p15:guide id="5" pos="2880">
          <p15:clr>
            <a:srgbClr val="F26B43"/>
          </p15:clr>
        </p15:guide>
        <p15:guide id="6" pos="1901">
          <p15:clr>
            <a:srgbClr val="F26B43"/>
          </p15:clr>
        </p15:guide>
        <p15:guide id="7" pos="2074">
          <p15:clr>
            <a:srgbClr val="F26B43"/>
          </p15:clr>
        </p15:guide>
        <p15:guide id="8" pos="3859">
          <p15:clr>
            <a:srgbClr val="F26B43"/>
          </p15:clr>
        </p15:guide>
        <p15:guide id="9" pos="3686">
          <p15:clr>
            <a:srgbClr val="F26B43"/>
          </p15:clr>
        </p15:guide>
        <p15:guide id="10" pos="4666">
          <p15:clr>
            <a:srgbClr val="F26B43"/>
          </p15:clr>
        </p15:guide>
        <p15:guide id="11" orient="horz" pos="2794">
          <p15:clr>
            <a:srgbClr val="F26B43"/>
          </p15:clr>
        </p15:guide>
        <p15:guide id="12" pos="2794">
          <p15:clr>
            <a:srgbClr val="F26B43"/>
          </p15:clr>
        </p15:guide>
        <p15:guide id="13" pos="2966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E4BB1FAD-9694-0C46-BC4D-8ADFA81F1051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5754624" y="5240867"/>
            <a:ext cx="5647267" cy="1617133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 sz="1800" dirty="0">
              <a:solidFill>
                <a:srgbClr val="53565A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08FED-0359-6A45-8A9C-E946B719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1"/>
            <a:ext cx="10972800" cy="9118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B908-AC83-8040-9BEE-F0D0260A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45920"/>
            <a:ext cx="10972800" cy="4267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C5675D-01D1-814D-A9D6-08BC5C47C2BC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232" y="6020140"/>
            <a:ext cx="609600" cy="60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A55658-7309-2A4C-A006-993F70713D70}"/>
              </a:ext>
            </a:extLst>
          </p:cNvPr>
          <p:cNvSpPr txBox="1"/>
          <p:nvPr userDrawn="1"/>
        </p:nvSpPr>
        <p:spPr>
          <a:xfrm>
            <a:off x="1341120" y="6263737"/>
            <a:ext cx="6460913" cy="3063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defTabSz="914377"/>
            <a:r>
              <a:rPr lang="en-US" sz="667" dirty="0">
                <a:solidFill>
                  <a:srgbClr val="53565A"/>
                </a:solidFill>
              </a:rPr>
              <a:t>This material contains information that is proprietary and confidential to American Express. It cannot be shared with third parties without </a:t>
            </a:r>
            <a:br>
              <a:rPr lang="en-US" sz="667" dirty="0">
                <a:solidFill>
                  <a:srgbClr val="53565A"/>
                </a:solidFill>
              </a:rPr>
            </a:br>
            <a:r>
              <a:rPr lang="en-US" sz="667" dirty="0">
                <a:solidFill>
                  <a:srgbClr val="53565A"/>
                </a:solidFill>
              </a:rPr>
              <a:t>American Express’ written consent. AMERICAN EXPRESS PROPRIETARY &amp; CONFIDENTIAL. DO NOT COPY. DO NOT DISTRIBUTE.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89777B4-3265-5B40-8D1C-2A120F13E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97507"/>
            <a:ext cx="609600" cy="30649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600">
                <a:solidFill>
                  <a:schemeClr val="bg2"/>
                </a:solidFill>
              </a:defRPr>
            </a:lvl1pPr>
          </a:lstStyle>
          <a:p>
            <a:pPr defTabSz="914377"/>
            <a:fld id="{E59C716A-E560-2D44-8739-72D446B232A5}" type="slidenum">
              <a:rPr lang="en-US" smtClean="0">
                <a:solidFill>
                  <a:srgbClr val="006FCF"/>
                </a:solidFill>
              </a:rPr>
              <a:pPr defTabSz="914377"/>
              <a:t>‹#›</a:t>
            </a:fld>
            <a:endParaRPr lang="en-US" dirty="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37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  <p:sldLayoutId id="2147483887" r:id="rId17"/>
    <p:sldLayoutId id="2147483888" r:id="rId18"/>
    <p:sldLayoutId id="2147483889" r:id="rId19"/>
    <p:sldLayoutId id="2147483890" r:id="rId20"/>
    <p:sldLayoutId id="2147483891" r:id="rId21"/>
    <p:sldLayoutId id="2147483892" r:id="rId22"/>
    <p:sldLayoutId id="2147483893" r:id="rId23"/>
    <p:sldLayoutId id="2147483894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spc="-53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20000"/>
        </a:lnSpc>
        <a:spcBef>
          <a:spcPts val="1200"/>
        </a:spcBef>
        <a:buSzPct val="120000"/>
        <a:buFont typeface="Arial" panose="020B0604020202020204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6328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2735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77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6019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5470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7112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754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60396" indent="-228594" algn="l" defTabSz="914377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58">
          <p15:clr>
            <a:srgbClr val="F26B43"/>
          </p15:clr>
        </p15:guide>
        <p15:guide id="2" pos="288">
          <p15:clr>
            <a:srgbClr val="F26B43"/>
          </p15:clr>
        </p15:guide>
        <p15:guide id="3" pos="5472">
          <p15:clr>
            <a:srgbClr val="F26B43"/>
          </p15:clr>
        </p15:guide>
        <p15:guide id="4" orient="horz" pos="776">
          <p15:clr>
            <a:srgbClr val="F26B43"/>
          </p15:clr>
        </p15:guide>
        <p15:guide id="5" pos="2880">
          <p15:clr>
            <a:srgbClr val="F26B43"/>
          </p15:clr>
        </p15:guide>
        <p15:guide id="6" pos="1901">
          <p15:clr>
            <a:srgbClr val="F26B43"/>
          </p15:clr>
        </p15:guide>
        <p15:guide id="7" pos="2074">
          <p15:clr>
            <a:srgbClr val="F26B43"/>
          </p15:clr>
        </p15:guide>
        <p15:guide id="8" pos="3859">
          <p15:clr>
            <a:srgbClr val="F26B43"/>
          </p15:clr>
        </p15:guide>
        <p15:guide id="9" pos="3686">
          <p15:clr>
            <a:srgbClr val="F26B43"/>
          </p15:clr>
        </p15:guide>
        <p15:guide id="10" pos="4666">
          <p15:clr>
            <a:srgbClr val="F26B43"/>
          </p15:clr>
        </p15:guide>
        <p15:guide id="11" orient="horz" pos="2794">
          <p15:clr>
            <a:srgbClr val="F26B43"/>
          </p15:clr>
        </p15:guide>
        <p15:guide id="12" pos="2794">
          <p15:clr>
            <a:srgbClr val="F26B43"/>
          </p15:clr>
        </p15:guide>
        <p15:guide id="13" pos="29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ScciwrrfLc" TargetMode="External"/><Relationship Id="rId1" Type="http://schemas.openxmlformats.org/officeDocument/2006/relationships/slideLayout" Target="../slideLayouts/slideLayout19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quare.americanexpress.com/community/GCS/blog/2019/03/25/annas-march-blog-closing-the-loop" TargetMode="External"/><Relationship Id="rId2" Type="http://schemas.openxmlformats.org/officeDocument/2006/relationships/hyperlink" Target="https://square.americanexpress.com/videos/13827" TargetMode="External"/><Relationship Id="rId1" Type="http://schemas.openxmlformats.org/officeDocument/2006/relationships/slideLayout" Target="../slideLayouts/slideLayout17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1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15.emf"/><Relationship Id="rId5" Type="http://schemas.openxmlformats.org/officeDocument/2006/relationships/image" Target="../media/image14.tiff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tiff"/><Relationship Id="rId3" Type="http://schemas.openxmlformats.org/officeDocument/2006/relationships/image" Target="../media/image16.tiff"/><Relationship Id="rId7" Type="http://schemas.openxmlformats.org/officeDocument/2006/relationships/image" Target="../media/image20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19.tiff"/><Relationship Id="rId5" Type="http://schemas.openxmlformats.org/officeDocument/2006/relationships/image" Target="../media/image18.tiff"/><Relationship Id="rId10" Type="http://schemas.openxmlformats.org/officeDocument/2006/relationships/image" Target="../media/image23.tiff"/><Relationship Id="rId4" Type="http://schemas.openxmlformats.org/officeDocument/2006/relationships/image" Target="../media/image17.tiff"/><Relationship Id="rId9" Type="http://schemas.openxmlformats.org/officeDocument/2006/relationships/image" Target="../media/image22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56.xml"/><Relationship Id="rId6" Type="http://schemas.openxmlformats.org/officeDocument/2006/relationships/image" Target="../media/image28.jpe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jpeg"/><Relationship Id="rId1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exp.invisionapp.com/share/WAAIC8S6RUN#/screens/219608936_1_-_Unregistered_Offer_Email" TargetMode="External"/><Relationship Id="rId1" Type="http://schemas.openxmlformats.org/officeDocument/2006/relationships/slideLayout" Target="../slideLayouts/slideLayout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39FFC-8350-1D46-9631-40E09A17E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53616"/>
            <a:ext cx="8940800" cy="1945744"/>
          </a:xfrm>
        </p:spPr>
        <p:txBody>
          <a:bodyPr/>
          <a:lstStyle/>
          <a:p>
            <a:r>
              <a:rPr lang="en-US" dirty="0"/>
              <a:t>American Express</a:t>
            </a:r>
            <a:r>
              <a:rPr lang="en-US" sz="4000" baseline="30000" dirty="0">
                <a:solidFill>
                  <a:srgbClr val="006FCF"/>
                </a:solidFill>
              </a:rPr>
              <a:t>®</a:t>
            </a:r>
            <a:r>
              <a:rPr lang="en-US" dirty="0"/>
              <a:t> Early Pay </a:t>
            </a:r>
          </a:p>
        </p:txBody>
      </p:sp>
    </p:spTree>
    <p:extLst>
      <p:ext uri="{BB962C8B-B14F-4D97-AF65-F5344CB8AC3E}">
        <p14:creationId xmlns:p14="http://schemas.microsoft.com/office/powerpoint/2010/main" val="2468636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DF601-27C8-4EBD-9CF9-2B33537D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Early Pay!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6993A-7672-4BC9-84C3-E33E5A24C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latin typeface="BentonSans Bold" panose="02000503000000020004" pitchFamily="2" charset="0"/>
                <a:hlinkClick r:id="rId2"/>
              </a:rPr>
              <a:t>Here’s how it works</a:t>
            </a:r>
            <a:endParaRPr lang="en-US" sz="2800" dirty="0">
              <a:latin typeface="BentonSans Bol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37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3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Pay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7128" t="15326" r="10344" b="13972"/>
          <a:stretch/>
        </p:blipFill>
        <p:spPr>
          <a:xfrm>
            <a:off x="1008993" y="1355135"/>
            <a:ext cx="9662512" cy="465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9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4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1"/>
          </p:nvPr>
        </p:nvSpPr>
        <p:spPr/>
        <p:txBody>
          <a:bodyPr/>
          <a:lstStyle/>
          <a:p>
            <a:r>
              <a:rPr lang="en-US" dirty="0"/>
              <a:t>Amex B2B currently captures only 2% of our client’s spend file. We have an amazing opportunity to increase our share.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Opportunity</a:t>
            </a:r>
          </a:p>
        </p:txBody>
      </p:sp>
      <p:sp>
        <p:nvSpPr>
          <p:cNvPr id="6" name="Oval 5"/>
          <p:cNvSpPr/>
          <p:nvPr/>
        </p:nvSpPr>
        <p:spPr>
          <a:xfrm>
            <a:off x="847835" y="2071000"/>
            <a:ext cx="693683" cy="518629"/>
          </a:xfrm>
          <a:prstGeom prst="ellipse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1200" dirty="0">
                <a:solidFill>
                  <a:srgbClr val="FFFFFF"/>
                </a:solidFill>
              </a:rPr>
              <a:t>2%</a:t>
            </a:r>
          </a:p>
        </p:txBody>
      </p:sp>
      <p:sp>
        <p:nvSpPr>
          <p:cNvPr id="7" name="Oval 6"/>
          <p:cNvSpPr/>
          <p:nvPr/>
        </p:nvSpPr>
        <p:spPr>
          <a:xfrm>
            <a:off x="2865820" y="2295980"/>
            <a:ext cx="4365296" cy="3539195"/>
          </a:xfrm>
          <a:prstGeom prst="ellipse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9600" dirty="0">
                <a:solidFill>
                  <a:srgbClr val="FFFFFF"/>
                </a:solidFill>
              </a:rPr>
              <a:t>98%</a:t>
            </a:r>
          </a:p>
        </p:txBody>
      </p:sp>
      <p:sp>
        <p:nvSpPr>
          <p:cNvPr id="8" name="Rectangle 7"/>
          <p:cNvSpPr/>
          <p:nvPr/>
        </p:nvSpPr>
        <p:spPr>
          <a:xfrm>
            <a:off x="7539423" y="1779209"/>
            <a:ext cx="424617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/>
            <a:r>
              <a:rPr lang="en-US" dirty="0">
                <a:solidFill>
                  <a:srgbClr val="53565A"/>
                </a:solidFill>
              </a:rPr>
              <a:t>“We need products that better address customers’ needs, particularly the middle and tail of the AP file – like the recently launched </a:t>
            </a:r>
            <a:r>
              <a:rPr lang="en-US" dirty="0">
                <a:solidFill>
                  <a:srgbClr val="53565A"/>
                </a:solidFill>
                <a:hlinkClick r:id="rId2"/>
              </a:rPr>
              <a:t>Early Pay</a:t>
            </a:r>
            <a:r>
              <a:rPr lang="en-US" dirty="0">
                <a:solidFill>
                  <a:srgbClr val="53565A"/>
                </a:solidFill>
              </a:rPr>
              <a:t>.”</a:t>
            </a:r>
          </a:p>
          <a:p>
            <a:pPr algn="r" defTabSz="914377"/>
            <a:r>
              <a:rPr lang="en-US" dirty="0">
                <a:solidFill>
                  <a:srgbClr val="53565A"/>
                </a:solidFill>
              </a:rPr>
              <a:t>Anna Mars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8247" y="6010248"/>
            <a:ext cx="8050924" cy="42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/>
            <a:r>
              <a:rPr lang="en-US" sz="1067" dirty="0">
                <a:solidFill>
                  <a:srgbClr val="53565A"/>
                </a:solidFill>
                <a:hlinkClick r:id="rId3"/>
              </a:rPr>
              <a:t>https://square.americanexpress.com/community/GCS/blog/2019/03/25/annas-march-blog-closing-the-loop</a:t>
            </a:r>
            <a:endParaRPr lang="en-US" sz="1067" dirty="0">
              <a:solidFill>
                <a:srgbClr val="53565A"/>
              </a:solidFill>
            </a:endParaRPr>
          </a:p>
          <a:p>
            <a:pPr defTabSz="914377"/>
            <a:endParaRPr lang="en-US" sz="1067" dirty="0">
              <a:solidFill>
                <a:srgbClr val="53565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5378" y="1781436"/>
            <a:ext cx="1765737" cy="491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600" dirty="0">
                <a:solidFill>
                  <a:srgbClr val="53565A"/>
                </a:solidFill>
              </a:rPr>
              <a:t>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6994" y="1781436"/>
            <a:ext cx="1765737" cy="4912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600" dirty="0">
                <a:solidFill>
                  <a:srgbClr val="53565A"/>
                </a:solidFill>
              </a:rPr>
              <a:t>Opportunity</a:t>
            </a:r>
          </a:p>
        </p:txBody>
      </p:sp>
    </p:spTree>
    <p:extLst>
      <p:ext uri="{BB962C8B-B14F-4D97-AF65-F5344CB8AC3E}">
        <p14:creationId xmlns:p14="http://schemas.microsoft.com/office/powerpoint/2010/main" val="190153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B854F-D630-7A41-8A1A-9B80847DD7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5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1F9F9-9A62-754F-9EEE-321B809C8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1"/>
            <a:ext cx="11480800" cy="911860"/>
          </a:xfrm>
        </p:spPr>
        <p:txBody>
          <a:bodyPr/>
          <a:lstStyle/>
          <a:p>
            <a:r>
              <a:rPr lang="en-US" dirty="0"/>
              <a:t>The buyer-supplier relationship is a </a:t>
            </a:r>
            <a:r>
              <a:rPr lang="en-US" b="1" dirty="0"/>
              <a:t>partnership.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What if you could automate a </a:t>
            </a:r>
            <a:r>
              <a:rPr lang="en-US" b="1" dirty="0"/>
              <a:t>“win-win” </a:t>
            </a:r>
            <a:r>
              <a:rPr lang="en-US" dirty="0"/>
              <a:t>for both parties?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0" y="2413001"/>
            <a:ext cx="5069016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>
              <a:lnSpc>
                <a:spcPct val="200000"/>
              </a:lnSpc>
            </a:pPr>
            <a:r>
              <a:rPr lang="en-US" sz="1600" b="1" dirty="0">
                <a:solidFill>
                  <a:srgbClr val="00175A"/>
                </a:solidFill>
                <a:latin typeface="BentonSans" charset="0"/>
                <a:ea typeface="BentonSans" charset="0"/>
                <a:cs typeface="BentonSans" charset="0"/>
              </a:rPr>
              <a:t>Improved working capital and operating cash flow</a:t>
            </a:r>
          </a:p>
          <a:p>
            <a:pPr defTabSz="914377">
              <a:lnSpc>
                <a:spcPct val="200000"/>
              </a:lnSpc>
            </a:pPr>
            <a:r>
              <a:rPr lang="en-US" sz="1600" b="1" dirty="0">
                <a:solidFill>
                  <a:srgbClr val="00175A"/>
                </a:solidFill>
                <a:latin typeface="BentonSans" charset="0"/>
                <a:ea typeface="BentonSans" charset="0"/>
                <a:cs typeface="BentonSans" charset="0"/>
              </a:rPr>
              <a:t>Increased flexibility and funding control</a:t>
            </a:r>
          </a:p>
          <a:p>
            <a:pPr defTabSz="914377">
              <a:lnSpc>
                <a:spcPct val="200000"/>
              </a:lnSpc>
            </a:pPr>
            <a:r>
              <a:rPr lang="en-US" sz="1600" b="1" dirty="0">
                <a:solidFill>
                  <a:srgbClr val="00175A"/>
                </a:solidFill>
                <a:latin typeface="BentonSans" charset="0"/>
                <a:ea typeface="BentonSans" charset="0"/>
                <a:cs typeface="BentonSans" charset="0"/>
              </a:rPr>
              <a:t>Increased efficiency in payment processes</a:t>
            </a:r>
          </a:p>
          <a:p>
            <a:pPr defTabSz="914377">
              <a:lnSpc>
                <a:spcPct val="200000"/>
              </a:lnSpc>
            </a:pPr>
            <a:r>
              <a:rPr lang="en-US" sz="1600" b="1" dirty="0">
                <a:solidFill>
                  <a:srgbClr val="00175A"/>
                </a:solidFill>
                <a:latin typeface="BentonSans" charset="0"/>
                <a:ea typeface="BentonSans" charset="0"/>
                <a:cs typeface="BentonSans" charset="0"/>
              </a:rPr>
              <a:t>Stronger business relationships</a:t>
            </a:r>
          </a:p>
          <a:p>
            <a:pPr defTabSz="914377">
              <a:lnSpc>
                <a:spcPct val="200000"/>
              </a:lnSpc>
            </a:pPr>
            <a:endParaRPr lang="en-US" sz="1600" b="1" dirty="0">
              <a:solidFill>
                <a:srgbClr val="00175A"/>
              </a:solidFill>
              <a:latin typeface="BentonSans" charset="0"/>
              <a:ea typeface="BentonSans" charset="0"/>
              <a:cs typeface="BentonSans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0AFA1D-7776-D744-BEB1-4DA92C1DFBB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8571" y="4013436"/>
            <a:ext cx="308229" cy="3055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0AFA1D-7776-D744-BEB1-4DA92C1DFBB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8571" y="3520731"/>
            <a:ext cx="308229" cy="3055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0AFA1D-7776-D744-BEB1-4DA92C1DFBB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8571" y="3028026"/>
            <a:ext cx="308229" cy="3055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D0AFA1D-7776-D744-BEB1-4DA92C1DFBB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8571" y="2535320"/>
            <a:ext cx="308229" cy="3055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210820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1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B854F-D630-7A41-8A1A-9B80847DD7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6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1F9F9-9A62-754F-9EEE-321B809C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can — with </a:t>
            </a:r>
            <a:r>
              <a:rPr lang="en-US" spc="-107" dirty="0">
                <a:solidFill>
                  <a:srgbClr val="006FCF"/>
                </a:solidFill>
              </a:rPr>
              <a:t>American Express</a:t>
            </a:r>
            <a:r>
              <a:rPr lang="en-US" spc="-107" baseline="30000" dirty="0">
                <a:solidFill>
                  <a:srgbClr val="006FCF"/>
                </a:solidFill>
              </a:rPr>
              <a:t>®</a:t>
            </a:r>
            <a:r>
              <a:rPr lang="en-US" spc="-107" dirty="0">
                <a:solidFill>
                  <a:srgbClr val="006FCF"/>
                </a:solidFill>
              </a:rPr>
              <a:t> Early Pay 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78E97A-4E20-954D-AA9A-E6681A59D11B}"/>
              </a:ext>
            </a:extLst>
          </p:cNvPr>
          <p:cNvSpPr/>
          <p:nvPr/>
        </p:nvSpPr>
        <p:spPr>
          <a:xfrm>
            <a:off x="1163782" y="3938522"/>
            <a:ext cx="354448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/>
            <a:r>
              <a:rPr lang="en-US" sz="1600" b="1" dirty="0">
                <a:solidFill>
                  <a:srgbClr val="00175A"/>
                </a:solidFill>
                <a:latin typeface="BentonSans" panose="02000503000000020004" pitchFamily="2" charset="0"/>
              </a:rPr>
              <a:t>Buyers can capture discounts</a:t>
            </a:r>
            <a:r>
              <a:rPr lang="en-US" sz="1600" b="1" baseline="30000" dirty="0">
                <a:solidFill>
                  <a:srgbClr val="00175A"/>
                </a:solidFill>
                <a:latin typeface="BentonSans" panose="02000503000000020004" pitchFamily="2" charset="0"/>
              </a:rPr>
              <a:t>1</a:t>
            </a:r>
            <a:r>
              <a:rPr lang="en-US" sz="1600" b="1" dirty="0">
                <a:solidFill>
                  <a:srgbClr val="00175A"/>
                </a:solidFill>
                <a:latin typeface="BentonSans" panose="02000503000000020004" pitchFamily="2" charset="0"/>
              </a:rPr>
              <a:t> – by using American Express’s funds to pay early and keep original days payable outstanding or by using their own funds to pay early</a:t>
            </a:r>
            <a:r>
              <a:rPr lang="is-IS" sz="1600" b="1" dirty="0">
                <a:solidFill>
                  <a:srgbClr val="00175A"/>
                </a:solidFill>
                <a:latin typeface="BentonSans" panose="02000503000000020004" pitchFamily="2" charset="0"/>
              </a:rPr>
              <a:t>…</a:t>
            </a:r>
            <a:endParaRPr lang="en-US" sz="1600" b="1" dirty="0">
              <a:solidFill>
                <a:srgbClr val="00175A"/>
              </a:solidFill>
              <a:latin typeface="BentonSans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D3C8EB-303A-C84C-A155-8724DD579E28}"/>
              </a:ext>
            </a:extLst>
          </p:cNvPr>
          <p:cNvSpPr/>
          <p:nvPr/>
        </p:nvSpPr>
        <p:spPr>
          <a:xfrm>
            <a:off x="7931234" y="3938521"/>
            <a:ext cx="33206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/>
            <a:r>
              <a:rPr lang="en-US" sz="1600" b="1" dirty="0">
                <a:solidFill>
                  <a:srgbClr val="00175A"/>
                </a:solidFill>
                <a:latin typeface="BentonSans" panose="02000503000000020004" pitchFamily="2" charset="0"/>
              </a:rPr>
              <a:t>…providing a simple solution for eligible suppliers to accept discounted early payment offers</a:t>
            </a:r>
            <a:r>
              <a:rPr lang="en-US" sz="1600" b="1" baseline="30000" dirty="0">
                <a:solidFill>
                  <a:srgbClr val="00175A"/>
                </a:solidFill>
                <a:latin typeface="BentonSans" panose="02000503000000020004" pitchFamily="2" charset="0"/>
              </a:rPr>
              <a:t>2</a:t>
            </a:r>
            <a:r>
              <a:rPr lang="en-US" sz="1600" b="1" dirty="0">
                <a:solidFill>
                  <a:srgbClr val="00175A"/>
                </a:solidFill>
                <a:latin typeface="BentonSans" panose="02000503000000020004" pitchFamily="2" charset="0"/>
              </a:rPr>
              <a:t> on their invoices on the dates they prefer.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" y="5969000"/>
            <a:ext cx="4368800" cy="3285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77">
              <a:lnSpc>
                <a:spcPct val="120000"/>
              </a:lnSpc>
              <a:spcBef>
                <a:spcPts val="1200"/>
              </a:spcBef>
              <a:buSzPct val="120000"/>
            </a:pPr>
            <a:endParaRPr lang="en-US" sz="1067" dirty="0">
              <a:solidFill>
                <a:srgbClr val="53565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20800" y="6133254"/>
            <a:ext cx="7213601" cy="2493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933" b="1" baseline="30000" dirty="0">
                <a:solidFill>
                  <a:srgbClr val="53565A"/>
                </a:solidFill>
                <a:latin typeface="BentonSans" panose="02000503000000020004" pitchFamily="2" charset="0"/>
              </a:rPr>
              <a:t>2 </a:t>
            </a:r>
            <a:r>
              <a:rPr lang="en-US" sz="933" dirty="0">
                <a:solidFill>
                  <a:srgbClr val="53565A"/>
                </a:solidFill>
              </a:rPr>
              <a:t> Discount will vary based on early payment date selected, supplier creditworthiness and other factors.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0800" y="5825451"/>
            <a:ext cx="8737600" cy="1907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77"/>
            <a:r>
              <a:rPr lang="en-US" sz="933" b="1" baseline="30000" dirty="0">
                <a:solidFill>
                  <a:srgbClr val="53565A"/>
                </a:solidFill>
                <a:latin typeface="BentonSans" panose="02000503000000020004" pitchFamily="2" charset="0"/>
              </a:rPr>
              <a:t>1</a:t>
            </a:r>
            <a:r>
              <a:rPr lang="en-US" sz="933" dirty="0">
                <a:solidFill>
                  <a:srgbClr val="53565A"/>
                </a:solidFill>
              </a:rPr>
              <a:t>  Suppliers decide if they accept early payment offers, and take a discount on their invoice amount if they accept the offer. Economic benefit generated for Buyers depends on this, discount amount and funding arrangement with American Express.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220" y="2011234"/>
            <a:ext cx="2147160" cy="18912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272" y="2303695"/>
            <a:ext cx="2749633" cy="90903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6560" y="1675725"/>
            <a:ext cx="1198880" cy="27247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496560" y="3571284"/>
            <a:ext cx="1198880" cy="27247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0" y="2108200"/>
            <a:ext cx="1727200" cy="13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7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1"/>
          </p:nvPr>
        </p:nvSpPr>
        <p:spPr>
          <a:xfrm>
            <a:off x="609600" y="972944"/>
            <a:ext cx="10972800" cy="365707"/>
          </a:xfrm>
        </p:spPr>
        <p:txBody>
          <a:bodyPr/>
          <a:lstStyle/>
          <a:p>
            <a:r>
              <a:rPr lang="en-US" dirty="0"/>
              <a:t>Once you choose your preferred funding method, send us your approved invoices and we’ll take care of the rest through the Early Pay Supplier Platform.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Completing early payments in 5 simple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5611759" y="1915289"/>
            <a:ext cx="1016000" cy="1016000"/>
          </a:xfrm>
          <a:prstGeom prst="ellipse">
            <a:avLst/>
          </a:prstGeom>
          <a:solidFill>
            <a:schemeClr val="bg1"/>
          </a:solidFill>
          <a:ln w="34925"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7854508" y="1921249"/>
            <a:ext cx="1016000" cy="1016000"/>
          </a:xfrm>
          <a:prstGeom prst="ellipse">
            <a:avLst/>
          </a:prstGeom>
          <a:solidFill>
            <a:schemeClr val="bg1"/>
          </a:solidFill>
          <a:ln w="34925"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570071" y="3337690"/>
            <a:ext cx="467549" cy="306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81059" y="3337690"/>
            <a:ext cx="467549" cy="306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29176" y="3337690"/>
            <a:ext cx="467549" cy="306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218923" y="3337690"/>
            <a:ext cx="467549" cy="306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1517" y="2063034"/>
            <a:ext cx="2404095" cy="33128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1" y="2061380"/>
            <a:ext cx="2136999" cy="23991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9903" y="2066094"/>
            <a:ext cx="2131808" cy="23944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5225" y="2066094"/>
            <a:ext cx="2131808" cy="239447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3452" y="2066094"/>
            <a:ext cx="2131808" cy="23944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8624" y="2708834"/>
            <a:ext cx="1727200" cy="11115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200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1. You digitally send approved invoices to American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3865" y="2847405"/>
            <a:ext cx="1727200" cy="11115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200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2. American Express sends early payment offers on invoices to eligible suppliers via email and the supplier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6129" y="2867222"/>
            <a:ext cx="1746980" cy="11115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200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3. Your supplier chooses a date from among offered dates for early payment with a corresponding discount</a:t>
            </a:r>
            <a:r>
              <a:rPr lang="en-US" sz="1200" b="1" baseline="30000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1</a:t>
            </a:r>
            <a:endParaRPr lang="en-US" sz="1200" b="1" dirty="0">
              <a:solidFill>
                <a:srgbClr val="53565A"/>
              </a:solidFill>
              <a:latin typeface="BentonSans" charset="0"/>
              <a:ea typeface="BentonSans" charset="0"/>
              <a:cs typeface="BentonSans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07512" y="3094258"/>
            <a:ext cx="1635877" cy="101583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200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4. Based on your selected funding method, either you or American Express will pay your supplier directly into their bank account</a:t>
            </a:r>
            <a:r>
              <a:rPr lang="en-US" sz="1200" b="1" baseline="30000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2</a:t>
            </a:r>
            <a:endParaRPr lang="en-US" sz="1200" b="1" dirty="0">
              <a:solidFill>
                <a:srgbClr val="53565A"/>
              </a:solidFill>
              <a:latin typeface="BentonSans" charset="0"/>
              <a:ea typeface="BentonSans" charset="0"/>
              <a:cs typeface="BentonSans" charset="0"/>
            </a:endParaRPr>
          </a:p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endParaRPr lang="en-US" sz="1200" b="1" dirty="0">
              <a:solidFill>
                <a:srgbClr val="53565A"/>
              </a:solidFill>
              <a:latin typeface="BentonSans" charset="0"/>
              <a:ea typeface="BentonSans" charset="0"/>
              <a:cs typeface="BentonSans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14544" y="2935818"/>
            <a:ext cx="1727200" cy="12876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200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5. Reconciliation and payments between you and American Express will be made based on the selected funding method</a:t>
            </a:r>
          </a:p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endParaRPr lang="en-US" sz="1200" b="1" dirty="0">
              <a:solidFill>
                <a:srgbClr val="53565A"/>
              </a:solidFill>
              <a:latin typeface="BentonSans" charset="0"/>
              <a:ea typeface="BentonSans" charset="0"/>
              <a:cs typeface="BentonSans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639746" y="3251804"/>
            <a:ext cx="362775" cy="0"/>
          </a:xfrm>
          <a:prstGeom prst="straightConnector1">
            <a:avLst/>
          </a:prstGeom>
          <a:ln w="25400" cap="sq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853134" y="3251804"/>
            <a:ext cx="362775" cy="0"/>
          </a:xfrm>
          <a:prstGeom prst="straightConnector1">
            <a:avLst/>
          </a:prstGeom>
          <a:ln w="25400" cap="sq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077317" y="3251804"/>
            <a:ext cx="362775" cy="0"/>
          </a:xfrm>
          <a:prstGeom prst="straightConnector1">
            <a:avLst/>
          </a:prstGeom>
          <a:ln w="25400" cap="sq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267063" y="3251804"/>
            <a:ext cx="362775" cy="0"/>
          </a:xfrm>
          <a:prstGeom prst="straightConnector1">
            <a:avLst/>
          </a:prstGeom>
          <a:ln w="25400" cap="sq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0600708" y="4154137"/>
            <a:ext cx="0" cy="306428"/>
          </a:xfrm>
          <a:prstGeom prst="straightConnector1">
            <a:avLst/>
          </a:prstGeom>
          <a:ln w="31750" cap="sq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28" name="TextBox 27"/>
          <p:cNvSpPr txBox="1"/>
          <p:nvPr/>
        </p:nvSpPr>
        <p:spPr>
          <a:xfrm>
            <a:off x="4696306" y="4576698"/>
            <a:ext cx="2892065" cy="38494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467" b="1" dirty="0">
                <a:solidFill>
                  <a:srgbClr val="00175A"/>
                </a:solidFill>
                <a:latin typeface="BentonSans" charset="0"/>
                <a:ea typeface="BentonSans" charset="0"/>
                <a:cs typeface="BentonSans" charset="0"/>
              </a:rPr>
              <a:t>Early Pay Supplier Platform</a:t>
            </a:r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3911328" y="4735027"/>
            <a:ext cx="642384" cy="2460"/>
          </a:xfrm>
          <a:prstGeom prst="line">
            <a:avLst/>
          </a:prstGeom>
          <a:ln w="31750" cap="sq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717536" y="4735027"/>
            <a:ext cx="589966" cy="2"/>
          </a:xfrm>
          <a:prstGeom prst="line">
            <a:avLst/>
          </a:prstGeom>
          <a:ln w="31750" cap="sq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3911328" y="4460566"/>
            <a:ext cx="0" cy="274461"/>
          </a:xfrm>
          <a:prstGeom prst="line">
            <a:avLst/>
          </a:prstGeom>
          <a:ln w="31750" cap="sq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8329543" y="4460567"/>
            <a:ext cx="0" cy="274461"/>
          </a:xfrm>
          <a:prstGeom prst="line">
            <a:avLst/>
          </a:prstGeom>
          <a:ln w="31750" cap="sq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33" name="Oval 32"/>
          <p:cNvSpPr/>
          <p:nvPr/>
        </p:nvSpPr>
        <p:spPr>
          <a:xfrm>
            <a:off x="3388973" y="1735089"/>
            <a:ext cx="1016000" cy="1016000"/>
          </a:xfrm>
          <a:prstGeom prst="ellipse">
            <a:avLst/>
          </a:prstGeom>
          <a:solidFill>
            <a:schemeClr val="tx2"/>
          </a:solidFill>
          <a:ln w="34925"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5616625" y="1735089"/>
            <a:ext cx="1016000" cy="1016000"/>
          </a:xfrm>
          <a:prstGeom prst="ellipse">
            <a:avLst/>
          </a:prstGeom>
          <a:solidFill>
            <a:schemeClr val="tx2"/>
          </a:solidFill>
          <a:ln w="34925"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7838399" y="1674357"/>
            <a:ext cx="1016000" cy="1016000"/>
          </a:xfrm>
          <a:prstGeom prst="ellipse">
            <a:avLst/>
          </a:prstGeom>
          <a:solidFill>
            <a:schemeClr val="tx2"/>
          </a:solidFill>
          <a:ln w="34925"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702434" y="4421437"/>
            <a:ext cx="2145007" cy="585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lnSpc>
                <a:spcPct val="150000"/>
              </a:lnSpc>
              <a:buClr>
                <a:srgbClr val="006FCF"/>
              </a:buClr>
              <a:buSzPct val="100000"/>
            </a:pPr>
            <a:r>
              <a:rPr lang="en-US" sz="1067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Client-Funded</a:t>
            </a:r>
          </a:p>
          <a:p>
            <a:pPr defTabSz="914377">
              <a:lnSpc>
                <a:spcPct val="150000"/>
              </a:lnSpc>
              <a:buClr>
                <a:srgbClr val="006FCF"/>
              </a:buClr>
              <a:buSzPct val="100000"/>
            </a:pPr>
            <a:r>
              <a:rPr lang="en-US" sz="1067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American Express-Funded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71702" y="4414820"/>
            <a:ext cx="496143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lnSpc>
                <a:spcPct val="150000"/>
              </a:lnSpc>
              <a:buClr>
                <a:srgbClr val="006FCF"/>
              </a:buClr>
              <a:buSzPct val="100000"/>
            </a:pPr>
            <a:r>
              <a:rPr lang="en-US" sz="1067" b="1" dirty="0">
                <a:solidFill>
                  <a:srgbClr val="006FCF"/>
                </a:solidFill>
                <a:latin typeface="BentonSans" charset="0"/>
                <a:ea typeface="BentonSans" charset="0"/>
                <a:cs typeface="BentonSans" charset="0"/>
              </a:rPr>
              <a:t>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71702" y="4655184"/>
            <a:ext cx="496143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lnSpc>
                <a:spcPct val="150000"/>
              </a:lnSpc>
              <a:buClr>
                <a:srgbClr val="006FCF"/>
              </a:buClr>
              <a:buSzPct val="100000"/>
            </a:pPr>
            <a:r>
              <a:rPr lang="en-US" sz="1067" b="1" dirty="0">
                <a:solidFill>
                  <a:srgbClr val="006FCF"/>
                </a:solidFill>
                <a:latin typeface="BentonSans" charset="0"/>
                <a:ea typeface="BentonSans" charset="0"/>
                <a:cs typeface="BentonSans" charset="0"/>
              </a:rPr>
              <a:t>b.</a:t>
            </a:r>
          </a:p>
        </p:txBody>
      </p:sp>
      <p:sp>
        <p:nvSpPr>
          <p:cNvPr id="42" name="Oval 41"/>
          <p:cNvSpPr/>
          <p:nvPr/>
        </p:nvSpPr>
        <p:spPr>
          <a:xfrm>
            <a:off x="1174191" y="1735089"/>
            <a:ext cx="1016000" cy="1016000"/>
          </a:xfrm>
          <a:prstGeom prst="ellipse">
            <a:avLst/>
          </a:prstGeom>
          <a:solidFill>
            <a:schemeClr val="bg2"/>
          </a:solidFill>
          <a:ln w="34925"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10055563" y="1735089"/>
            <a:ext cx="1016000" cy="1016000"/>
          </a:xfrm>
          <a:prstGeom prst="ellipse">
            <a:avLst/>
          </a:prstGeom>
          <a:solidFill>
            <a:schemeClr val="bg2"/>
          </a:solidFill>
          <a:ln w="34925"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200284" y="5815945"/>
            <a:ext cx="8631104" cy="264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933" b="1" baseline="30000" dirty="0">
                <a:solidFill>
                  <a:srgbClr val="53565A"/>
                </a:solidFill>
                <a:latin typeface="BentonSans" panose="02000503000000020004" pitchFamily="2" charset="0"/>
              </a:rPr>
              <a:t>1 </a:t>
            </a:r>
            <a:r>
              <a:rPr lang="en-US" sz="933" dirty="0">
                <a:solidFill>
                  <a:srgbClr val="53565A"/>
                </a:solidFill>
              </a:rPr>
              <a:t> Discount will vary based on early payment date selected, supplier creditworthiness and other factors. 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00284" y="6015515"/>
            <a:ext cx="8631104" cy="264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933" b="1" baseline="30000" dirty="0">
                <a:solidFill>
                  <a:srgbClr val="53565A"/>
                </a:solidFill>
                <a:latin typeface="BentonSans" panose="02000503000000020004" pitchFamily="2" charset="0"/>
              </a:rPr>
              <a:t>2 </a:t>
            </a:r>
            <a:r>
              <a:rPr lang="en-US" sz="933" dirty="0">
                <a:solidFill>
                  <a:srgbClr val="53565A"/>
                </a:solidFill>
              </a:rPr>
              <a:t> When American Express funds early payments, offers and subsequent payments are subject to a funding limit.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5042" y="1908797"/>
            <a:ext cx="674365" cy="84533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1378" y="1885249"/>
            <a:ext cx="953596" cy="77506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5829" y="2026749"/>
            <a:ext cx="1020499" cy="450659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6073" y="1730387"/>
            <a:ext cx="758569" cy="841437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63681" y="1847752"/>
            <a:ext cx="660200" cy="80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71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8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1"/>
          </p:nvPr>
        </p:nvSpPr>
        <p:spPr/>
        <p:txBody>
          <a:bodyPr/>
          <a:lstStyle/>
          <a:p>
            <a:r>
              <a:rPr lang="en-US" dirty="0"/>
              <a:t>We’ve combined best practices to oﬀer a ﬂexible and easy way for and your suppliers to get on-demand working capital depending on which model you choose.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Pay brings you the best of both</a:t>
            </a:r>
            <a:r>
              <a:rPr lang="en-US" spc="-31" dirty="0"/>
              <a:t> </a:t>
            </a:r>
            <a:r>
              <a:rPr lang="en-US" dirty="0"/>
              <a:t>worlds.</a:t>
            </a:r>
          </a:p>
        </p:txBody>
      </p:sp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D4C5C3CE-A6A4-E24F-856A-D41541C1E61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2194" y="1803400"/>
          <a:ext cx="10949304" cy="357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4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2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tabLst/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BentonSans" charset="0"/>
                          <a:ea typeface="BentonSans" charset="0"/>
                          <a:cs typeface="BentonSans" charset="0"/>
                        </a:rPr>
                        <a:t>Product</a:t>
                      </a:r>
                      <a:r>
                        <a:rPr sz="1300" b="1" spc="-5" dirty="0">
                          <a:solidFill>
                            <a:srgbClr val="FFFFFF"/>
                          </a:solidFill>
                          <a:latin typeface="BentonSans" charset="0"/>
                          <a:ea typeface="BentonSans" charset="0"/>
                          <a:cs typeface="BentonSans" charset="0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BentonSans" charset="0"/>
                          <a:ea typeface="BentonSans" charset="0"/>
                          <a:cs typeface="BentonSans" charset="0"/>
                        </a:rPr>
                        <a:t>Feature</a:t>
                      </a:r>
                      <a:endParaRPr sz="1300" dirty="0">
                        <a:latin typeface="BentonSans" charset="0"/>
                        <a:ea typeface="BentonSans" charset="0"/>
                        <a:cs typeface="BentonSans" charset="0"/>
                      </a:endParaRPr>
                    </a:p>
                  </a:txBody>
                  <a:tcPr marL="0" marR="0" marT="1905" marB="0" anchor="ctr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63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lang="en-US" sz="1300" dirty="0">
                        <a:latin typeface="+mn-lt"/>
                        <a:cs typeface="Times New Roman"/>
                      </a:endParaRPr>
                    </a:p>
                  </a:txBody>
                  <a:tcPr marL="0" marR="0" marT="2540" marB="0" anchor="ctr" anchorCtr="1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00" dirty="0">
                        <a:latin typeface="+mn-lt"/>
                        <a:cs typeface="Times New Roman"/>
                      </a:endParaRPr>
                    </a:p>
                  </a:txBody>
                  <a:tcPr marL="0" marR="0" marT="254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00" dirty="0">
                        <a:latin typeface="+mn-lt"/>
                        <a:cs typeface="Times New Roman"/>
                      </a:endParaRPr>
                    </a:p>
                  </a:txBody>
                  <a:tcPr marL="0" marR="0" marT="57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5E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 anchorCtr="1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00" dirty="0">
                        <a:latin typeface="+mn-lt"/>
                        <a:cs typeface="Times New Roman"/>
                      </a:endParaRPr>
                    </a:p>
                  </a:txBody>
                  <a:tcPr marL="0" marR="0" marT="57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5E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 anchorCtr="1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en-US" sz="1100" baseline="0" dirty="0">
                          <a:latin typeface="+mn-lt"/>
                          <a:cs typeface="Times New Roman"/>
                        </a:rPr>
                        <a:t> </a:t>
                      </a:r>
                      <a:endParaRPr sz="1100" dirty="0">
                        <a:latin typeface="+mn-lt"/>
                        <a:cs typeface="Times New Roman"/>
                      </a:endParaRPr>
                    </a:p>
                  </a:txBody>
                  <a:tcPr marL="0" marR="0" marT="508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5E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 anchorCtr="1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00" dirty="0">
                        <a:latin typeface="+mn-lt"/>
                        <a:cs typeface="Times New Roman"/>
                      </a:endParaRPr>
                    </a:p>
                  </a:txBody>
                  <a:tcPr marL="0" marR="0" marT="1271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5E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 anchorCtr="1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962FE35-414B-1748-9E21-56461738994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8400" y="1966205"/>
            <a:ext cx="1727200" cy="479779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AF7EA74F-1EB0-2C47-AA5E-010C951A6960}"/>
              </a:ext>
            </a:extLst>
          </p:cNvPr>
          <p:cNvSpPr txBox="1"/>
          <p:nvPr/>
        </p:nvSpPr>
        <p:spPr>
          <a:xfrm>
            <a:off x="448024" y="3570697"/>
            <a:ext cx="3962400" cy="21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780" defTabSz="914377"/>
            <a:r>
              <a:rPr lang="en-US" sz="1333" spc="-7" dirty="0">
                <a:solidFill>
                  <a:srgbClr val="63666A"/>
                </a:solidFill>
                <a:cs typeface="BentonSans"/>
              </a:rPr>
              <a:t>No </a:t>
            </a:r>
            <a:r>
              <a:rPr lang="en-US" sz="1333" dirty="0">
                <a:solidFill>
                  <a:srgbClr val="63666A"/>
                </a:solidFill>
                <a:cs typeface="BentonSans"/>
              </a:rPr>
              <a:t>implementation </a:t>
            </a:r>
            <a:r>
              <a:rPr lang="en-US" sz="1333" spc="-7" dirty="0">
                <a:solidFill>
                  <a:srgbClr val="63666A"/>
                </a:solidFill>
                <a:cs typeface="BentonSans"/>
              </a:rPr>
              <a:t>or at-scale costs</a:t>
            </a:r>
            <a:endParaRPr lang="en-US" sz="1333" dirty="0">
              <a:solidFill>
                <a:srgbClr val="53565A"/>
              </a:solidFill>
              <a:cs typeface="BentonSans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96B6A560-E24E-B34D-9113-A6C5F24DC590}"/>
              </a:ext>
            </a:extLst>
          </p:cNvPr>
          <p:cNvSpPr txBox="1"/>
          <p:nvPr/>
        </p:nvSpPr>
        <p:spPr>
          <a:xfrm>
            <a:off x="461553" y="2696428"/>
            <a:ext cx="4470400" cy="628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780" defTabSz="914377"/>
            <a:r>
              <a:rPr lang="en-US" sz="1333" dirty="0">
                <a:solidFill>
                  <a:srgbClr val="63666A"/>
                </a:solidFill>
                <a:cs typeface="BentonSans"/>
              </a:rPr>
              <a:t>Generate Early Pay discounts </a:t>
            </a:r>
            <a:r>
              <a:rPr lang="en-US" sz="1333" dirty="0">
                <a:solidFill>
                  <a:srgbClr val="53565A"/>
                </a:solidFill>
                <a:cs typeface="BentonSans"/>
              </a:rPr>
              <a:t>while maintaining</a:t>
            </a:r>
            <a:r>
              <a:rPr lang="en-US" sz="1333" spc="-20" dirty="0">
                <a:solidFill>
                  <a:srgbClr val="53565A"/>
                </a:solidFill>
                <a:cs typeface="BentonSans"/>
              </a:rPr>
              <a:t> </a:t>
            </a:r>
            <a:r>
              <a:rPr lang="en-US" sz="1333" dirty="0">
                <a:solidFill>
                  <a:srgbClr val="53565A"/>
                </a:solidFill>
                <a:cs typeface="BentonSans"/>
              </a:rPr>
              <a:t>days payable outstanding (American Express-Funded Model)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C3617302-C487-7D4C-97A0-049AA13C7DAC}"/>
              </a:ext>
            </a:extLst>
          </p:cNvPr>
          <p:cNvSpPr txBox="1"/>
          <p:nvPr/>
        </p:nvSpPr>
        <p:spPr>
          <a:xfrm>
            <a:off x="448024" y="4174736"/>
            <a:ext cx="3962400" cy="423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780" defTabSz="914377"/>
            <a:r>
              <a:rPr lang="en-US" sz="1333" spc="-7" dirty="0">
                <a:solidFill>
                  <a:srgbClr val="63666A"/>
                </a:solidFill>
                <a:cs typeface="BentonSans"/>
              </a:rPr>
              <a:t>Option </a:t>
            </a:r>
            <a:r>
              <a:rPr lang="en-US" sz="1333" dirty="0">
                <a:solidFill>
                  <a:srgbClr val="63666A"/>
                </a:solidFill>
                <a:cs typeface="BentonSans"/>
              </a:rPr>
              <a:t>to ﬂex </a:t>
            </a:r>
            <a:r>
              <a:rPr lang="en-US" sz="1333" spc="-7" dirty="0">
                <a:solidFill>
                  <a:srgbClr val="63666A"/>
                </a:solidFill>
                <a:cs typeface="BentonSans"/>
              </a:rPr>
              <a:t>between Supply Chain Financing  and</a:t>
            </a:r>
            <a:r>
              <a:rPr lang="en-US" sz="1333" spc="-13" dirty="0">
                <a:solidFill>
                  <a:srgbClr val="63666A"/>
                </a:solidFill>
                <a:cs typeface="BentonSans"/>
              </a:rPr>
              <a:t> </a:t>
            </a:r>
            <a:r>
              <a:rPr lang="en-US" sz="1333" dirty="0">
                <a:solidFill>
                  <a:srgbClr val="63666A"/>
                </a:solidFill>
                <a:cs typeface="BentonSans"/>
              </a:rPr>
              <a:t>Dynamic Discounting</a:t>
            </a:r>
            <a:r>
              <a:rPr lang="en-US" sz="1333" baseline="30000" dirty="0">
                <a:solidFill>
                  <a:srgbClr val="53565A"/>
                </a:solidFill>
                <a:cs typeface="BentonSans"/>
              </a:rPr>
              <a:t>1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1829A610-19C0-0545-9D3C-5C0535235FF0}"/>
              </a:ext>
            </a:extLst>
          </p:cNvPr>
          <p:cNvSpPr txBox="1"/>
          <p:nvPr/>
        </p:nvSpPr>
        <p:spPr>
          <a:xfrm>
            <a:off x="448024" y="4935474"/>
            <a:ext cx="3962400" cy="21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780" defTabSz="914377"/>
            <a:r>
              <a:rPr lang="en-US" sz="1333" spc="-7" dirty="0">
                <a:solidFill>
                  <a:srgbClr val="63666A"/>
                </a:solidFill>
                <a:cs typeface="BentonSans"/>
              </a:rPr>
              <a:t>Quick and </a:t>
            </a:r>
            <a:r>
              <a:rPr lang="en-US" sz="1333" dirty="0">
                <a:solidFill>
                  <a:srgbClr val="63666A"/>
                </a:solidFill>
                <a:cs typeface="BentonSans"/>
              </a:rPr>
              <a:t>easy </a:t>
            </a:r>
            <a:r>
              <a:rPr lang="en-US" sz="1333" spc="-7" dirty="0">
                <a:solidFill>
                  <a:srgbClr val="63666A"/>
                </a:solidFill>
                <a:cs typeface="BentonSans"/>
              </a:rPr>
              <a:t>supplier</a:t>
            </a:r>
            <a:r>
              <a:rPr lang="en-US" sz="1333" spc="-13" dirty="0">
                <a:solidFill>
                  <a:srgbClr val="63666A"/>
                </a:solidFill>
                <a:cs typeface="BentonSans"/>
              </a:rPr>
              <a:t> </a:t>
            </a:r>
            <a:r>
              <a:rPr lang="en-US" sz="1333" spc="-7" dirty="0">
                <a:solidFill>
                  <a:srgbClr val="63666A"/>
                </a:solidFill>
                <a:cs typeface="BentonSans"/>
              </a:rPr>
              <a:t>onboarding</a:t>
            </a:r>
            <a:endParaRPr lang="en-US" sz="1333" dirty="0">
              <a:solidFill>
                <a:srgbClr val="53565A"/>
              </a:solidFill>
              <a:cs typeface="BentonSan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448800" y="2006600"/>
            <a:ext cx="2142699" cy="6096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 defTabSz="914377"/>
            <a:r>
              <a:rPr lang="en-US" sz="1333" b="1" dirty="0">
                <a:solidFill>
                  <a:srgbClr val="00175A"/>
                </a:solidFill>
                <a:latin typeface="BentonSans" charset="0"/>
                <a:ea typeface="BentonSans" charset="0"/>
                <a:cs typeface="BentonSans" charset="0"/>
              </a:rPr>
              <a:t>Dynamic Discounting</a:t>
            </a:r>
            <a:endParaRPr lang="en-US" sz="1333" b="1" dirty="0">
              <a:solidFill>
                <a:srgbClr val="53565A"/>
              </a:solidFill>
              <a:latin typeface="BentonSans" charset="0"/>
              <a:ea typeface="BentonSans" charset="0"/>
              <a:cs typeface="BentonSans" charset="0"/>
            </a:endParaRPr>
          </a:p>
          <a:p>
            <a:pPr algn="ctr" defTabSz="914377"/>
            <a:r>
              <a:rPr lang="en-US" sz="1200" dirty="0">
                <a:solidFill>
                  <a:srgbClr val="00175A"/>
                </a:solidFill>
                <a:cs typeface="BentonSans"/>
              </a:rPr>
              <a:t>(Platform Providers</a:t>
            </a:r>
            <a:r>
              <a:rPr lang="en-US" sz="1200" spc="-7" dirty="0">
                <a:solidFill>
                  <a:srgbClr val="00175A"/>
                </a:solidFill>
                <a:cs typeface="BentonSans"/>
              </a:rPr>
              <a:t>)</a:t>
            </a:r>
            <a:endParaRPr lang="en-US" sz="1200" dirty="0">
              <a:solidFill>
                <a:srgbClr val="53565A"/>
              </a:solidFill>
              <a:cs typeface="BentonSans"/>
            </a:endParaRPr>
          </a:p>
          <a:p>
            <a:pPr defTabSz="914377">
              <a:lnSpc>
                <a:spcPct val="120000"/>
              </a:lnSpc>
              <a:spcBef>
                <a:spcPts val="1200"/>
              </a:spcBef>
              <a:buSzPct val="120000"/>
            </a:pPr>
            <a:endParaRPr lang="en-US" sz="1467" b="1" dirty="0">
              <a:solidFill>
                <a:srgbClr val="53565A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31954" y="2006600"/>
            <a:ext cx="2336801" cy="6096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 defTabSz="914377"/>
            <a:r>
              <a:rPr lang="en-US" sz="1333" b="1" dirty="0">
                <a:solidFill>
                  <a:srgbClr val="00175A"/>
                </a:solidFill>
                <a:latin typeface="BentonSans" charset="0"/>
                <a:ea typeface="BentonSans" charset="0"/>
                <a:cs typeface="BentonSans" charset="0"/>
              </a:rPr>
              <a:t>Supply Chain Finance</a:t>
            </a:r>
          </a:p>
          <a:p>
            <a:pPr algn="ctr" defTabSz="914377"/>
            <a:r>
              <a:rPr lang="en-US" sz="1200" dirty="0">
                <a:solidFill>
                  <a:srgbClr val="00175A"/>
                </a:solidFill>
                <a:cs typeface="BentonSans"/>
              </a:rPr>
              <a:t>(Large Financial Institutions)</a:t>
            </a:r>
          </a:p>
        </p:txBody>
      </p:sp>
      <p:sp>
        <p:nvSpPr>
          <p:cNvPr id="78" name="Freeform 5"/>
          <p:cNvSpPr>
            <a:spLocks noEditPoints="1"/>
          </p:cNvSpPr>
          <p:nvPr/>
        </p:nvSpPr>
        <p:spPr bwMode="auto">
          <a:xfrm>
            <a:off x="8208868" y="2803901"/>
            <a:ext cx="346265" cy="325968"/>
          </a:xfrm>
          <a:custGeom>
            <a:avLst/>
            <a:gdLst/>
            <a:ahLst/>
            <a:cxnLst>
              <a:cxn ang="0">
                <a:pos x="211" y="7"/>
              </a:cxn>
              <a:cxn ang="0">
                <a:pos x="205" y="0"/>
              </a:cxn>
              <a:cxn ang="0">
                <a:pos x="175" y="20"/>
              </a:cxn>
              <a:cxn ang="0">
                <a:pos x="172" y="19"/>
              </a:cxn>
              <a:cxn ang="0">
                <a:pos x="5" y="19"/>
              </a:cxn>
              <a:cxn ang="0">
                <a:pos x="0" y="24"/>
              </a:cxn>
              <a:cxn ang="0">
                <a:pos x="0" y="192"/>
              </a:cxn>
              <a:cxn ang="0">
                <a:pos x="5" y="197"/>
              </a:cxn>
              <a:cxn ang="0">
                <a:pos x="172" y="197"/>
              </a:cxn>
              <a:cxn ang="0">
                <a:pos x="178" y="192"/>
              </a:cxn>
              <a:cxn ang="0">
                <a:pos x="178" y="37"/>
              </a:cxn>
              <a:cxn ang="0">
                <a:pos x="211" y="7"/>
              </a:cxn>
              <a:cxn ang="0">
                <a:pos x="162" y="30"/>
              </a:cxn>
              <a:cxn ang="0">
                <a:pos x="128" y="62"/>
              </a:cxn>
              <a:cxn ang="0">
                <a:pos x="63" y="144"/>
              </a:cxn>
              <a:cxn ang="0">
                <a:pos x="59" y="134"/>
              </a:cxn>
              <a:cxn ang="0">
                <a:pos x="33" y="103"/>
              </a:cxn>
              <a:cxn ang="0">
                <a:pos x="11" y="113"/>
              </a:cxn>
              <a:cxn ang="0">
                <a:pos x="11" y="30"/>
              </a:cxn>
              <a:cxn ang="0">
                <a:pos x="162" y="30"/>
              </a:cxn>
              <a:cxn ang="0">
                <a:pos x="11" y="124"/>
              </a:cxn>
              <a:cxn ang="0">
                <a:pos x="21" y="133"/>
              </a:cxn>
              <a:cxn ang="0">
                <a:pos x="37" y="164"/>
              </a:cxn>
              <a:cxn ang="0">
                <a:pos x="42" y="174"/>
              </a:cxn>
              <a:cxn ang="0">
                <a:pos x="46" y="186"/>
              </a:cxn>
              <a:cxn ang="0">
                <a:pos x="11" y="186"/>
              </a:cxn>
              <a:cxn ang="0">
                <a:pos x="11" y="124"/>
              </a:cxn>
              <a:cxn ang="0">
                <a:pos x="166" y="186"/>
              </a:cxn>
              <a:cxn ang="0">
                <a:pos x="64" y="186"/>
              </a:cxn>
              <a:cxn ang="0">
                <a:pos x="69" y="183"/>
              </a:cxn>
              <a:cxn ang="0">
                <a:pos x="80" y="175"/>
              </a:cxn>
              <a:cxn ang="0">
                <a:pos x="140" y="82"/>
              </a:cxn>
              <a:cxn ang="0">
                <a:pos x="166" y="50"/>
              </a:cxn>
              <a:cxn ang="0">
                <a:pos x="166" y="186"/>
              </a:cxn>
            </a:cxnLst>
            <a:rect l="0" t="0" r="r" b="b"/>
            <a:pathLst>
              <a:path w="211" h="197">
                <a:moveTo>
                  <a:pt x="211" y="7"/>
                </a:moveTo>
                <a:cubicBezTo>
                  <a:pt x="205" y="0"/>
                  <a:pt x="205" y="0"/>
                  <a:pt x="205" y="0"/>
                </a:cubicBezTo>
                <a:cubicBezTo>
                  <a:pt x="196" y="6"/>
                  <a:pt x="185" y="12"/>
                  <a:pt x="175" y="20"/>
                </a:cubicBezTo>
                <a:cubicBezTo>
                  <a:pt x="174" y="19"/>
                  <a:pt x="173" y="19"/>
                  <a:pt x="172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2" y="19"/>
                  <a:pt x="0" y="21"/>
                  <a:pt x="0" y="24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195"/>
                  <a:pt x="2" y="197"/>
                  <a:pt x="5" y="197"/>
                </a:cubicBezTo>
                <a:cubicBezTo>
                  <a:pt x="172" y="197"/>
                  <a:pt x="172" y="197"/>
                  <a:pt x="172" y="197"/>
                </a:cubicBezTo>
                <a:cubicBezTo>
                  <a:pt x="175" y="197"/>
                  <a:pt x="178" y="195"/>
                  <a:pt x="178" y="192"/>
                </a:cubicBezTo>
                <a:cubicBezTo>
                  <a:pt x="178" y="37"/>
                  <a:pt x="178" y="37"/>
                  <a:pt x="178" y="37"/>
                </a:cubicBezTo>
                <a:cubicBezTo>
                  <a:pt x="189" y="25"/>
                  <a:pt x="200" y="15"/>
                  <a:pt x="211" y="7"/>
                </a:cubicBezTo>
                <a:close/>
                <a:moveTo>
                  <a:pt x="162" y="30"/>
                </a:moveTo>
                <a:cubicBezTo>
                  <a:pt x="151" y="39"/>
                  <a:pt x="140" y="50"/>
                  <a:pt x="128" y="62"/>
                </a:cubicBezTo>
                <a:cubicBezTo>
                  <a:pt x="102" y="88"/>
                  <a:pt x="80" y="116"/>
                  <a:pt x="63" y="144"/>
                </a:cubicBezTo>
                <a:cubicBezTo>
                  <a:pt x="59" y="134"/>
                  <a:pt x="59" y="134"/>
                  <a:pt x="59" y="134"/>
                </a:cubicBezTo>
                <a:cubicBezTo>
                  <a:pt x="49" y="113"/>
                  <a:pt x="41" y="103"/>
                  <a:pt x="33" y="103"/>
                </a:cubicBezTo>
                <a:cubicBezTo>
                  <a:pt x="26" y="103"/>
                  <a:pt x="19" y="106"/>
                  <a:pt x="11" y="113"/>
                </a:cubicBezTo>
                <a:cubicBezTo>
                  <a:pt x="11" y="30"/>
                  <a:pt x="11" y="30"/>
                  <a:pt x="11" y="30"/>
                </a:cubicBezTo>
                <a:lnTo>
                  <a:pt x="162" y="30"/>
                </a:lnTo>
                <a:close/>
                <a:moveTo>
                  <a:pt x="11" y="124"/>
                </a:moveTo>
                <a:cubicBezTo>
                  <a:pt x="14" y="126"/>
                  <a:pt x="18" y="129"/>
                  <a:pt x="21" y="133"/>
                </a:cubicBezTo>
                <a:cubicBezTo>
                  <a:pt x="26" y="140"/>
                  <a:pt x="31" y="150"/>
                  <a:pt x="37" y="164"/>
                </a:cubicBezTo>
                <a:cubicBezTo>
                  <a:pt x="42" y="174"/>
                  <a:pt x="42" y="174"/>
                  <a:pt x="42" y="174"/>
                </a:cubicBezTo>
                <a:cubicBezTo>
                  <a:pt x="43" y="178"/>
                  <a:pt x="45" y="182"/>
                  <a:pt x="46" y="186"/>
                </a:cubicBezTo>
                <a:cubicBezTo>
                  <a:pt x="11" y="186"/>
                  <a:pt x="11" y="186"/>
                  <a:pt x="11" y="186"/>
                </a:cubicBezTo>
                <a:lnTo>
                  <a:pt x="11" y="124"/>
                </a:lnTo>
                <a:close/>
                <a:moveTo>
                  <a:pt x="166" y="186"/>
                </a:moveTo>
                <a:cubicBezTo>
                  <a:pt x="64" y="186"/>
                  <a:pt x="64" y="186"/>
                  <a:pt x="64" y="186"/>
                </a:cubicBezTo>
                <a:cubicBezTo>
                  <a:pt x="65" y="185"/>
                  <a:pt x="67" y="184"/>
                  <a:pt x="69" y="183"/>
                </a:cubicBezTo>
                <a:cubicBezTo>
                  <a:pt x="80" y="175"/>
                  <a:pt x="80" y="175"/>
                  <a:pt x="80" y="175"/>
                </a:cubicBezTo>
                <a:cubicBezTo>
                  <a:pt x="94" y="146"/>
                  <a:pt x="113" y="115"/>
                  <a:pt x="140" y="82"/>
                </a:cubicBezTo>
                <a:cubicBezTo>
                  <a:pt x="149" y="70"/>
                  <a:pt x="158" y="59"/>
                  <a:pt x="166" y="50"/>
                </a:cubicBezTo>
                <a:lnTo>
                  <a:pt x="166" y="186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>
              <a:solidFill>
                <a:srgbClr val="53565A"/>
              </a:solidFill>
            </a:endParaRPr>
          </a:p>
        </p:txBody>
      </p:sp>
      <p:sp>
        <p:nvSpPr>
          <p:cNvPr id="79" name="Freeform 5"/>
          <p:cNvSpPr>
            <a:spLocks noEditPoints="1"/>
          </p:cNvSpPr>
          <p:nvPr/>
        </p:nvSpPr>
        <p:spPr bwMode="auto">
          <a:xfrm>
            <a:off x="8208868" y="3522807"/>
            <a:ext cx="346265" cy="325968"/>
          </a:xfrm>
          <a:custGeom>
            <a:avLst/>
            <a:gdLst/>
            <a:ahLst/>
            <a:cxnLst>
              <a:cxn ang="0">
                <a:pos x="211" y="7"/>
              </a:cxn>
              <a:cxn ang="0">
                <a:pos x="205" y="0"/>
              </a:cxn>
              <a:cxn ang="0">
                <a:pos x="175" y="20"/>
              </a:cxn>
              <a:cxn ang="0">
                <a:pos x="172" y="19"/>
              </a:cxn>
              <a:cxn ang="0">
                <a:pos x="5" y="19"/>
              </a:cxn>
              <a:cxn ang="0">
                <a:pos x="0" y="24"/>
              </a:cxn>
              <a:cxn ang="0">
                <a:pos x="0" y="192"/>
              </a:cxn>
              <a:cxn ang="0">
                <a:pos x="5" y="197"/>
              </a:cxn>
              <a:cxn ang="0">
                <a:pos x="172" y="197"/>
              </a:cxn>
              <a:cxn ang="0">
                <a:pos x="178" y="192"/>
              </a:cxn>
              <a:cxn ang="0">
                <a:pos x="178" y="37"/>
              </a:cxn>
              <a:cxn ang="0">
                <a:pos x="211" y="7"/>
              </a:cxn>
              <a:cxn ang="0">
                <a:pos x="162" y="30"/>
              </a:cxn>
              <a:cxn ang="0">
                <a:pos x="128" y="62"/>
              </a:cxn>
              <a:cxn ang="0">
                <a:pos x="63" y="144"/>
              </a:cxn>
              <a:cxn ang="0">
                <a:pos x="59" y="134"/>
              </a:cxn>
              <a:cxn ang="0">
                <a:pos x="33" y="103"/>
              </a:cxn>
              <a:cxn ang="0">
                <a:pos x="11" y="113"/>
              </a:cxn>
              <a:cxn ang="0">
                <a:pos x="11" y="30"/>
              </a:cxn>
              <a:cxn ang="0">
                <a:pos x="162" y="30"/>
              </a:cxn>
              <a:cxn ang="0">
                <a:pos x="11" y="124"/>
              </a:cxn>
              <a:cxn ang="0">
                <a:pos x="21" y="133"/>
              </a:cxn>
              <a:cxn ang="0">
                <a:pos x="37" y="164"/>
              </a:cxn>
              <a:cxn ang="0">
                <a:pos x="42" y="174"/>
              </a:cxn>
              <a:cxn ang="0">
                <a:pos x="46" y="186"/>
              </a:cxn>
              <a:cxn ang="0">
                <a:pos x="11" y="186"/>
              </a:cxn>
              <a:cxn ang="0">
                <a:pos x="11" y="124"/>
              </a:cxn>
              <a:cxn ang="0">
                <a:pos x="166" y="186"/>
              </a:cxn>
              <a:cxn ang="0">
                <a:pos x="64" y="186"/>
              </a:cxn>
              <a:cxn ang="0">
                <a:pos x="69" y="183"/>
              </a:cxn>
              <a:cxn ang="0">
                <a:pos x="80" y="175"/>
              </a:cxn>
              <a:cxn ang="0">
                <a:pos x="140" y="82"/>
              </a:cxn>
              <a:cxn ang="0">
                <a:pos x="166" y="50"/>
              </a:cxn>
              <a:cxn ang="0">
                <a:pos x="166" y="186"/>
              </a:cxn>
            </a:cxnLst>
            <a:rect l="0" t="0" r="r" b="b"/>
            <a:pathLst>
              <a:path w="211" h="197">
                <a:moveTo>
                  <a:pt x="211" y="7"/>
                </a:moveTo>
                <a:cubicBezTo>
                  <a:pt x="205" y="0"/>
                  <a:pt x="205" y="0"/>
                  <a:pt x="205" y="0"/>
                </a:cubicBezTo>
                <a:cubicBezTo>
                  <a:pt x="196" y="6"/>
                  <a:pt x="185" y="12"/>
                  <a:pt x="175" y="20"/>
                </a:cubicBezTo>
                <a:cubicBezTo>
                  <a:pt x="174" y="19"/>
                  <a:pt x="173" y="19"/>
                  <a:pt x="172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2" y="19"/>
                  <a:pt x="0" y="21"/>
                  <a:pt x="0" y="24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195"/>
                  <a:pt x="2" y="197"/>
                  <a:pt x="5" y="197"/>
                </a:cubicBezTo>
                <a:cubicBezTo>
                  <a:pt x="172" y="197"/>
                  <a:pt x="172" y="197"/>
                  <a:pt x="172" y="197"/>
                </a:cubicBezTo>
                <a:cubicBezTo>
                  <a:pt x="175" y="197"/>
                  <a:pt x="178" y="195"/>
                  <a:pt x="178" y="192"/>
                </a:cubicBezTo>
                <a:cubicBezTo>
                  <a:pt x="178" y="37"/>
                  <a:pt x="178" y="37"/>
                  <a:pt x="178" y="37"/>
                </a:cubicBezTo>
                <a:cubicBezTo>
                  <a:pt x="189" y="25"/>
                  <a:pt x="200" y="15"/>
                  <a:pt x="211" y="7"/>
                </a:cubicBezTo>
                <a:close/>
                <a:moveTo>
                  <a:pt x="162" y="30"/>
                </a:moveTo>
                <a:cubicBezTo>
                  <a:pt x="151" y="39"/>
                  <a:pt x="140" y="50"/>
                  <a:pt x="128" y="62"/>
                </a:cubicBezTo>
                <a:cubicBezTo>
                  <a:pt x="102" y="88"/>
                  <a:pt x="80" y="116"/>
                  <a:pt x="63" y="144"/>
                </a:cubicBezTo>
                <a:cubicBezTo>
                  <a:pt x="59" y="134"/>
                  <a:pt x="59" y="134"/>
                  <a:pt x="59" y="134"/>
                </a:cubicBezTo>
                <a:cubicBezTo>
                  <a:pt x="49" y="113"/>
                  <a:pt x="41" y="103"/>
                  <a:pt x="33" y="103"/>
                </a:cubicBezTo>
                <a:cubicBezTo>
                  <a:pt x="26" y="103"/>
                  <a:pt x="19" y="106"/>
                  <a:pt x="11" y="113"/>
                </a:cubicBezTo>
                <a:cubicBezTo>
                  <a:pt x="11" y="30"/>
                  <a:pt x="11" y="30"/>
                  <a:pt x="11" y="30"/>
                </a:cubicBezTo>
                <a:lnTo>
                  <a:pt x="162" y="30"/>
                </a:lnTo>
                <a:close/>
                <a:moveTo>
                  <a:pt x="11" y="124"/>
                </a:moveTo>
                <a:cubicBezTo>
                  <a:pt x="14" y="126"/>
                  <a:pt x="18" y="129"/>
                  <a:pt x="21" y="133"/>
                </a:cubicBezTo>
                <a:cubicBezTo>
                  <a:pt x="26" y="140"/>
                  <a:pt x="31" y="150"/>
                  <a:pt x="37" y="164"/>
                </a:cubicBezTo>
                <a:cubicBezTo>
                  <a:pt x="42" y="174"/>
                  <a:pt x="42" y="174"/>
                  <a:pt x="42" y="174"/>
                </a:cubicBezTo>
                <a:cubicBezTo>
                  <a:pt x="43" y="178"/>
                  <a:pt x="45" y="182"/>
                  <a:pt x="46" y="186"/>
                </a:cubicBezTo>
                <a:cubicBezTo>
                  <a:pt x="11" y="186"/>
                  <a:pt x="11" y="186"/>
                  <a:pt x="11" y="186"/>
                </a:cubicBezTo>
                <a:lnTo>
                  <a:pt x="11" y="124"/>
                </a:lnTo>
                <a:close/>
                <a:moveTo>
                  <a:pt x="166" y="186"/>
                </a:moveTo>
                <a:cubicBezTo>
                  <a:pt x="64" y="186"/>
                  <a:pt x="64" y="186"/>
                  <a:pt x="64" y="186"/>
                </a:cubicBezTo>
                <a:cubicBezTo>
                  <a:pt x="65" y="185"/>
                  <a:pt x="67" y="184"/>
                  <a:pt x="69" y="183"/>
                </a:cubicBezTo>
                <a:cubicBezTo>
                  <a:pt x="80" y="175"/>
                  <a:pt x="80" y="175"/>
                  <a:pt x="80" y="175"/>
                </a:cubicBezTo>
                <a:cubicBezTo>
                  <a:pt x="94" y="146"/>
                  <a:pt x="113" y="115"/>
                  <a:pt x="140" y="82"/>
                </a:cubicBezTo>
                <a:cubicBezTo>
                  <a:pt x="149" y="70"/>
                  <a:pt x="158" y="59"/>
                  <a:pt x="166" y="50"/>
                </a:cubicBezTo>
                <a:lnTo>
                  <a:pt x="166" y="186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>
              <a:solidFill>
                <a:srgbClr val="53565A"/>
              </a:solidFill>
            </a:endParaRPr>
          </a:p>
        </p:txBody>
      </p:sp>
      <p:sp>
        <p:nvSpPr>
          <p:cNvPr id="80" name="Freeform 5"/>
          <p:cNvSpPr>
            <a:spLocks noEditPoints="1"/>
          </p:cNvSpPr>
          <p:nvPr/>
        </p:nvSpPr>
        <p:spPr bwMode="auto">
          <a:xfrm>
            <a:off x="8221202" y="4216613"/>
            <a:ext cx="346265" cy="325968"/>
          </a:xfrm>
          <a:custGeom>
            <a:avLst/>
            <a:gdLst/>
            <a:ahLst/>
            <a:cxnLst>
              <a:cxn ang="0">
                <a:pos x="211" y="7"/>
              </a:cxn>
              <a:cxn ang="0">
                <a:pos x="205" y="0"/>
              </a:cxn>
              <a:cxn ang="0">
                <a:pos x="175" y="20"/>
              </a:cxn>
              <a:cxn ang="0">
                <a:pos x="172" y="19"/>
              </a:cxn>
              <a:cxn ang="0">
                <a:pos x="5" y="19"/>
              </a:cxn>
              <a:cxn ang="0">
                <a:pos x="0" y="24"/>
              </a:cxn>
              <a:cxn ang="0">
                <a:pos x="0" y="192"/>
              </a:cxn>
              <a:cxn ang="0">
                <a:pos x="5" y="197"/>
              </a:cxn>
              <a:cxn ang="0">
                <a:pos x="172" y="197"/>
              </a:cxn>
              <a:cxn ang="0">
                <a:pos x="178" y="192"/>
              </a:cxn>
              <a:cxn ang="0">
                <a:pos x="178" y="37"/>
              </a:cxn>
              <a:cxn ang="0">
                <a:pos x="211" y="7"/>
              </a:cxn>
              <a:cxn ang="0">
                <a:pos x="162" y="30"/>
              </a:cxn>
              <a:cxn ang="0">
                <a:pos x="128" y="62"/>
              </a:cxn>
              <a:cxn ang="0">
                <a:pos x="63" y="144"/>
              </a:cxn>
              <a:cxn ang="0">
                <a:pos x="59" y="134"/>
              </a:cxn>
              <a:cxn ang="0">
                <a:pos x="33" y="103"/>
              </a:cxn>
              <a:cxn ang="0">
                <a:pos x="11" y="113"/>
              </a:cxn>
              <a:cxn ang="0">
                <a:pos x="11" y="30"/>
              </a:cxn>
              <a:cxn ang="0">
                <a:pos x="162" y="30"/>
              </a:cxn>
              <a:cxn ang="0">
                <a:pos x="11" y="124"/>
              </a:cxn>
              <a:cxn ang="0">
                <a:pos x="21" y="133"/>
              </a:cxn>
              <a:cxn ang="0">
                <a:pos x="37" y="164"/>
              </a:cxn>
              <a:cxn ang="0">
                <a:pos x="42" y="174"/>
              </a:cxn>
              <a:cxn ang="0">
                <a:pos x="46" y="186"/>
              </a:cxn>
              <a:cxn ang="0">
                <a:pos x="11" y="186"/>
              </a:cxn>
              <a:cxn ang="0">
                <a:pos x="11" y="124"/>
              </a:cxn>
              <a:cxn ang="0">
                <a:pos x="166" y="186"/>
              </a:cxn>
              <a:cxn ang="0">
                <a:pos x="64" y="186"/>
              </a:cxn>
              <a:cxn ang="0">
                <a:pos x="69" y="183"/>
              </a:cxn>
              <a:cxn ang="0">
                <a:pos x="80" y="175"/>
              </a:cxn>
              <a:cxn ang="0">
                <a:pos x="140" y="82"/>
              </a:cxn>
              <a:cxn ang="0">
                <a:pos x="166" y="50"/>
              </a:cxn>
              <a:cxn ang="0">
                <a:pos x="166" y="186"/>
              </a:cxn>
            </a:cxnLst>
            <a:rect l="0" t="0" r="r" b="b"/>
            <a:pathLst>
              <a:path w="211" h="197">
                <a:moveTo>
                  <a:pt x="211" y="7"/>
                </a:moveTo>
                <a:cubicBezTo>
                  <a:pt x="205" y="0"/>
                  <a:pt x="205" y="0"/>
                  <a:pt x="205" y="0"/>
                </a:cubicBezTo>
                <a:cubicBezTo>
                  <a:pt x="196" y="6"/>
                  <a:pt x="185" y="12"/>
                  <a:pt x="175" y="20"/>
                </a:cubicBezTo>
                <a:cubicBezTo>
                  <a:pt x="174" y="19"/>
                  <a:pt x="173" y="19"/>
                  <a:pt x="172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2" y="19"/>
                  <a:pt x="0" y="21"/>
                  <a:pt x="0" y="24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195"/>
                  <a:pt x="2" y="197"/>
                  <a:pt x="5" y="197"/>
                </a:cubicBezTo>
                <a:cubicBezTo>
                  <a:pt x="172" y="197"/>
                  <a:pt x="172" y="197"/>
                  <a:pt x="172" y="197"/>
                </a:cubicBezTo>
                <a:cubicBezTo>
                  <a:pt x="175" y="197"/>
                  <a:pt x="178" y="195"/>
                  <a:pt x="178" y="192"/>
                </a:cubicBezTo>
                <a:cubicBezTo>
                  <a:pt x="178" y="37"/>
                  <a:pt x="178" y="37"/>
                  <a:pt x="178" y="37"/>
                </a:cubicBezTo>
                <a:cubicBezTo>
                  <a:pt x="189" y="25"/>
                  <a:pt x="200" y="15"/>
                  <a:pt x="211" y="7"/>
                </a:cubicBezTo>
                <a:close/>
                <a:moveTo>
                  <a:pt x="162" y="30"/>
                </a:moveTo>
                <a:cubicBezTo>
                  <a:pt x="151" y="39"/>
                  <a:pt x="140" y="50"/>
                  <a:pt x="128" y="62"/>
                </a:cubicBezTo>
                <a:cubicBezTo>
                  <a:pt x="102" y="88"/>
                  <a:pt x="80" y="116"/>
                  <a:pt x="63" y="144"/>
                </a:cubicBezTo>
                <a:cubicBezTo>
                  <a:pt x="59" y="134"/>
                  <a:pt x="59" y="134"/>
                  <a:pt x="59" y="134"/>
                </a:cubicBezTo>
                <a:cubicBezTo>
                  <a:pt x="49" y="113"/>
                  <a:pt x="41" y="103"/>
                  <a:pt x="33" y="103"/>
                </a:cubicBezTo>
                <a:cubicBezTo>
                  <a:pt x="26" y="103"/>
                  <a:pt x="19" y="106"/>
                  <a:pt x="11" y="113"/>
                </a:cubicBezTo>
                <a:cubicBezTo>
                  <a:pt x="11" y="30"/>
                  <a:pt x="11" y="30"/>
                  <a:pt x="11" y="30"/>
                </a:cubicBezTo>
                <a:lnTo>
                  <a:pt x="162" y="30"/>
                </a:lnTo>
                <a:close/>
                <a:moveTo>
                  <a:pt x="11" y="124"/>
                </a:moveTo>
                <a:cubicBezTo>
                  <a:pt x="14" y="126"/>
                  <a:pt x="18" y="129"/>
                  <a:pt x="21" y="133"/>
                </a:cubicBezTo>
                <a:cubicBezTo>
                  <a:pt x="26" y="140"/>
                  <a:pt x="31" y="150"/>
                  <a:pt x="37" y="164"/>
                </a:cubicBezTo>
                <a:cubicBezTo>
                  <a:pt x="42" y="174"/>
                  <a:pt x="42" y="174"/>
                  <a:pt x="42" y="174"/>
                </a:cubicBezTo>
                <a:cubicBezTo>
                  <a:pt x="43" y="178"/>
                  <a:pt x="45" y="182"/>
                  <a:pt x="46" y="186"/>
                </a:cubicBezTo>
                <a:cubicBezTo>
                  <a:pt x="11" y="186"/>
                  <a:pt x="11" y="186"/>
                  <a:pt x="11" y="186"/>
                </a:cubicBezTo>
                <a:lnTo>
                  <a:pt x="11" y="124"/>
                </a:lnTo>
                <a:close/>
                <a:moveTo>
                  <a:pt x="166" y="186"/>
                </a:moveTo>
                <a:cubicBezTo>
                  <a:pt x="64" y="186"/>
                  <a:pt x="64" y="186"/>
                  <a:pt x="64" y="186"/>
                </a:cubicBezTo>
                <a:cubicBezTo>
                  <a:pt x="65" y="185"/>
                  <a:pt x="67" y="184"/>
                  <a:pt x="69" y="183"/>
                </a:cubicBezTo>
                <a:cubicBezTo>
                  <a:pt x="80" y="175"/>
                  <a:pt x="80" y="175"/>
                  <a:pt x="80" y="175"/>
                </a:cubicBezTo>
                <a:cubicBezTo>
                  <a:pt x="94" y="146"/>
                  <a:pt x="113" y="115"/>
                  <a:pt x="140" y="82"/>
                </a:cubicBezTo>
                <a:cubicBezTo>
                  <a:pt x="149" y="70"/>
                  <a:pt x="158" y="59"/>
                  <a:pt x="166" y="50"/>
                </a:cubicBezTo>
                <a:lnTo>
                  <a:pt x="166" y="186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>
              <a:solidFill>
                <a:srgbClr val="53565A"/>
              </a:solidFill>
            </a:endParaRPr>
          </a:p>
        </p:txBody>
      </p:sp>
      <p:sp>
        <p:nvSpPr>
          <p:cNvPr id="81" name="Freeform 5"/>
          <p:cNvSpPr>
            <a:spLocks noEditPoints="1"/>
          </p:cNvSpPr>
          <p:nvPr/>
        </p:nvSpPr>
        <p:spPr bwMode="auto">
          <a:xfrm>
            <a:off x="8221201" y="4903683"/>
            <a:ext cx="346265" cy="325968"/>
          </a:xfrm>
          <a:custGeom>
            <a:avLst/>
            <a:gdLst/>
            <a:ahLst/>
            <a:cxnLst>
              <a:cxn ang="0">
                <a:pos x="211" y="7"/>
              </a:cxn>
              <a:cxn ang="0">
                <a:pos x="205" y="0"/>
              </a:cxn>
              <a:cxn ang="0">
                <a:pos x="175" y="20"/>
              </a:cxn>
              <a:cxn ang="0">
                <a:pos x="172" y="19"/>
              </a:cxn>
              <a:cxn ang="0">
                <a:pos x="5" y="19"/>
              </a:cxn>
              <a:cxn ang="0">
                <a:pos x="0" y="24"/>
              </a:cxn>
              <a:cxn ang="0">
                <a:pos x="0" y="192"/>
              </a:cxn>
              <a:cxn ang="0">
                <a:pos x="5" y="197"/>
              </a:cxn>
              <a:cxn ang="0">
                <a:pos x="172" y="197"/>
              </a:cxn>
              <a:cxn ang="0">
                <a:pos x="178" y="192"/>
              </a:cxn>
              <a:cxn ang="0">
                <a:pos x="178" y="37"/>
              </a:cxn>
              <a:cxn ang="0">
                <a:pos x="211" y="7"/>
              </a:cxn>
              <a:cxn ang="0">
                <a:pos x="162" y="30"/>
              </a:cxn>
              <a:cxn ang="0">
                <a:pos x="128" y="62"/>
              </a:cxn>
              <a:cxn ang="0">
                <a:pos x="63" y="144"/>
              </a:cxn>
              <a:cxn ang="0">
                <a:pos x="59" y="134"/>
              </a:cxn>
              <a:cxn ang="0">
                <a:pos x="33" y="103"/>
              </a:cxn>
              <a:cxn ang="0">
                <a:pos x="11" y="113"/>
              </a:cxn>
              <a:cxn ang="0">
                <a:pos x="11" y="30"/>
              </a:cxn>
              <a:cxn ang="0">
                <a:pos x="162" y="30"/>
              </a:cxn>
              <a:cxn ang="0">
                <a:pos x="11" y="124"/>
              </a:cxn>
              <a:cxn ang="0">
                <a:pos x="21" y="133"/>
              </a:cxn>
              <a:cxn ang="0">
                <a:pos x="37" y="164"/>
              </a:cxn>
              <a:cxn ang="0">
                <a:pos x="42" y="174"/>
              </a:cxn>
              <a:cxn ang="0">
                <a:pos x="46" y="186"/>
              </a:cxn>
              <a:cxn ang="0">
                <a:pos x="11" y="186"/>
              </a:cxn>
              <a:cxn ang="0">
                <a:pos x="11" y="124"/>
              </a:cxn>
              <a:cxn ang="0">
                <a:pos x="166" y="186"/>
              </a:cxn>
              <a:cxn ang="0">
                <a:pos x="64" y="186"/>
              </a:cxn>
              <a:cxn ang="0">
                <a:pos x="69" y="183"/>
              </a:cxn>
              <a:cxn ang="0">
                <a:pos x="80" y="175"/>
              </a:cxn>
              <a:cxn ang="0">
                <a:pos x="140" y="82"/>
              </a:cxn>
              <a:cxn ang="0">
                <a:pos x="166" y="50"/>
              </a:cxn>
              <a:cxn ang="0">
                <a:pos x="166" y="186"/>
              </a:cxn>
            </a:cxnLst>
            <a:rect l="0" t="0" r="r" b="b"/>
            <a:pathLst>
              <a:path w="211" h="197">
                <a:moveTo>
                  <a:pt x="211" y="7"/>
                </a:moveTo>
                <a:cubicBezTo>
                  <a:pt x="205" y="0"/>
                  <a:pt x="205" y="0"/>
                  <a:pt x="205" y="0"/>
                </a:cubicBezTo>
                <a:cubicBezTo>
                  <a:pt x="196" y="6"/>
                  <a:pt x="185" y="12"/>
                  <a:pt x="175" y="20"/>
                </a:cubicBezTo>
                <a:cubicBezTo>
                  <a:pt x="174" y="19"/>
                  <a:pt x="173" y="19"/>
                  <a:pt x="172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2" y="19"/>
                  <a:pt x="0" y="21"/>
                  <a:pt x="0" y="24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195"/>
                  <a:pt x="2" y="197"/>
                  <a:pt x="5" y="197"/>
                </a:cubicBezTo>
                <a:cubicBezTo>
                  <a:pt x="172" y="197"/>
                  <a:pt x="172" y="197"/>
                  <a:pt x="172" y="197"/>
                </a:cubicBezTo>
                <a:cubicBezTo>
                  <a:pt x="175" y="197"/>
                  <a:pt x="178" y="195"/>
                  <a:pt x="178" y="192"/>
                </a:cubicBezTo>
                <a:cubicBezTo>
                  <a:pt x="178" y="37"/>
                  <a:pt x="178" y="37"/>
                  <a:pt x="178" y="37"/>
                </a:cubicBezTo>
                <a:cubicBezTo>
                  <a:pt x="189" y="25"/>
                  <a:pt x="200" y="15"/>
                  <a:pt x="211" y="7"/>
                </a:cubicBezTo>
                <a:close/>
                <a:moveTo>
                  <a:pt x="162" y="30"/>
                </a:moveTo>
                <a:cubicBezTo>
                  <a:pt x="151" y="39"/>
                  <a:pt x="140" y="50"/>
                  <a:pt x="128" y="62"/>
                </a:cubicBezTo>
                <a:cubicBezTo>
                  <a:pt x="102" y="88"/>
                  <a:pt x="80" y="116"/>
                  <a:pt x="63" y="144"/>
                </a:cubicBezTo>
                <a:cubicBezTo>
                  <a:pt x="59" y="134"/>
                  <a:pt x="59" y="134"/>
                  <a:pt x="59" y="134"/>
                </a:cubicBezTo>
                <a:cubicBezTo>
                  <a:pt x="49" y="113"/>
                  <a:pt x="41" y="103"/>
                  <a:pt x="33" y="103"/>
                </a:cubicBezTo>
                <a:cubicBezTo>
                  <a:pt x="26" y="103"/>
                  <a:pt x="19" y="106"/>
                  <a:pt x="11" y="113"/>
                </a:cubicBezTo>
                <a:cubicBezTo>
                  <a:pt x="11" y="30"/>
                  <a:pt x="11" y="30"/>
                  <a:pt x="11" y="30"/>
                </a:cubicBezTo>
                <a:lnTo>
                  <a:pt x="162" y="30"/>
                </a:lnTo>
                <a:close/>
                <a:moveTo>
                  <a:pt x="11" y="124"/>
                </a:moveTo>
                <a:cubicBezTo>
                  <a:pt x="14" y="126"/>
                  <a:pt x="18" y="129"/>
                  <a:pt x="21" y="133"/>
                </a:cubicBezTo>
                <a:cubicBezTo>
                  <a:pt x="26" y="140"/>
                  <a:pt x="31" y="150"/>
                  <a:pt x="37" y="164"/>
                </a:cubicBezTo>
                <a:cubicBezTo>
                  <a:pt x="42" y="174"/>
                  <a:pt x="42" y="174"/>
                  <a:pt x="42" y="174"/>
                </a:cubicBezTo>
                <a:cubicBezTo>
                  <a:pt x="43" y="178"/>
                  <a:pt x="45" y="182"/>
                  <a:pt x="46" y="186"/>
                </a:cubicBezTo>
                <a:cubicBezTo>
                  <a:pt x="11" y="186"/>
                  <a:pt x="11" y="186"/>
                  <a:pt x="11" y="186"/>
                </a:cubicBezTo>
                <a:lnTo>
                  <a:pt x="11" y="124"/>
                </a:lnTo>
                <a:close/>
                <a:moveTo>
                  <a:pt x="166" y="186"/>
                </a:moveTo>
                <a:cubicBezTo>
                  <a:pt x="64" y="186"/>
                  <a:pt x="64" y="186"/>
                  <a:pt x="64" y="186"/>
                </a:cubicBezTo>
                <a:cubicBezTo>
                  <a:pt x="65" y="185"/>
                  <a:pt x="67" y="184"/>
                  <a:pt x="69" y="183"/>
                </a:cubicBezTo>
                <a:cubicBezTo>
                  <a:pt x="80" y="175"/>
                  <a:pt x="80" y="175"/>
                  <a:pt x="80" y="175"/>
                </a:cubicBezTo>
                <a:cubicBezTo>
                  <a:pt x="94" y="146"/>
                  <a:pt x="113" y="115"/>
                  <a:pt x="140" y="82"/>
                </a:cubicBezTo>
                <a:cubicBezTo>
                  <a:pt x="149" y="70"/>
                  <a:pt x="158" y="59"/>
                  <a:pt x="166" y="50"/>
                </a:cubicBezTo>
                <a:lnTo>
                  <a:pt x="166" y="186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>
              <a:solidFill>
                <a:srgbClr val="53565A"/>
              </a:solidFill>
            </a:endParaRPr>
          </a:p>
        </p:txBody>
      </p:sp>
      <p:sp>
        <p:nvSpPr>
          <p:cNvPr id="82" name="Freeform 18"/>
          <p:cNvSpPr>
            <a:spLocks noEditPoints="1"/>
          </p:cNvSpPr>
          <p:nvPr/>
        </p:nvSpPr>
        <p:spPr bwMode="auto">
          <a:xfrm>
            <a:off x="5919259" y="2796564"/>
            <a:ext cx="353483" cy="356659"/>
          </a:xfrm>
          <a:custGeom>
            <a:avLst/>
            <a:gdLst>
              <a:gd name="T0" fmla="*/ 222 w 443"/>
              <a:gd name="T1" fmla="*/ 0 h 442"/>
              <a:gd name="T2" fmla="*/ 0 w 443"/>
              <a:gd name="T3" fmla="*/ 221 h 442"/>
              <a:gd name="T4" fmla="*/ 222 w 443"/>
              <a:gd name="T5" fmla="*/ 442 h 442"/>
              <a:gd name="T6" fmla="*/ 443 w 443"/>
              <a:gd name="T7" fmla="*/ 221 h 442"/>
              <a:gd name="T8" fmla="*/ 222 w 443"/>
              <a:gd name="T9" fmla="*/ 0 h 442"/>
              <a:gd name="T10" fmla="*/ 288 w 443"/>
              <a:gd name="T11" fmla="*/ 354 h 442"/>
              <a:gd name="T12" fmla="*/ 288 w 443"/>
              <a:gd name="T13" fmla="*/ 354 h 442"/>
              <a:gd name="T14" fmla="*/ 273 w 443"/>
              <a:gd name="T15" fmla="*/ 361 h 442"/>
              <a:gd name="T16" fmla="*/ 269 w 443"/>
              <a:gd name="T17" fmla="*/ 362 h 442"/>
              <a:gd name="T18" fmla="*/ 263 w 443"/>
              <a:gd name="T19" fmla="*/ 364 h 442"/>
              <a:gd name="T20" fmla="*/ 255 w 443"/>
              <a:gd name="T21" fmla="*/ 366 h 442"/>
              <a:gd name="T22" fmla="*/ 249 w 443"/>
              <a:gd name="T23" fmla="*/ 367 h 442"/>
              <a:gd name="T24" fmla="*/ 239 w 443"/>
              <a:gd name="T25" fmla="*/ 369 h 442"/>
              <a:gd name="T26" fmla="*/ 235 w 443"/>
              <a:gd name="T27" fmla="*/ 369 h 442"/>
              <a:gd name="T28" fmla="*/ 222 w 443"/>
              <a:gd name="T29" fmla="*/ 370 h 442"/>
              <a:gd name="T30" fmla="*/ 72 w 443"/>
              <a:gd name="T31" fmla="*/ 221 h 442"/>
              <a:gd name="T32" fmla="*/ 73 w 443"/>
              <a:gd name="T33" fmla="*/ 208 h 442"/>
              <a:gd name="T34" fmla="*/ 74 w 443"/>
              <a:gd name="T35" fmla="*/ 204 h 442"/>
              <a:gd name="T36" fmla="*/ 75 w 443"/>
              <a:gd name="T37" fmla="*/ 193 h 442"/>
              <a:gd name="T38" fmla="*/ 76 w 443"/>
              <a:gd name="T39" fmla="*/ 188 h 442"/>
              <a:gd name="T40" fmla="*/ 78 w 443"/>
              <a:gd name="T41" fmla="*/ 180 h 442"/>
              <a:gd name="T42" fmla="*/ 80 w 443"/>
              <a:gd name="T43" fmla="*/ 173 h 442"/>
              <a:gd name="T44" fmla="*/ 82 w 443"/>
              <a:gd name="T45" fmla="*/ 169 h 442"/>
              <a:gd name="T46" fmla="*/ 88 w 443"/>
              <a:gd name="T47" fmla="*/ 155 h 442"/>
              <a:gd name="T48" fmla="*/ 88 w 443"/>
              <a:gd name="T49" fmla="*/ 154 h 442"/>
              <a:gd name="T50" fmla="*/ 93 w 443"/>
              <a:gd name="T51" fmla="*/ 146 h 442"/>
              <a:gd name="T52" fmla="*/ 297 w 443"/>
              <a:gd name="T53" fmla="*/ 349 h 442"/>
              <a:gd name="T54" fmla="*/ 288 w 443"/>
              <a:gd name="T55" fmla="*/ 354 h 442"/>
              <a:gd name="T56" fmla="*/ 370 w 443"/>
              <a:gd name="T57" fmla="*/ 234 h 442"/>
              <a:gd name="T58" fmla="*/ 370 w 443"/>
              <a:gd name="T59" fmla="*/ 238 h 442"/>
              <a:gd name="T60" fmla="*/ 368 w 443"/>
              <a:gd name="T61" fmla="*/ 249 h 442"/>
              <a:gd name="T62" fmla="*/ 367 w 443"/>
              <a:gd name="T63" fmla="*/ 254 h 442"/>
              <a:gd name="T64" fmla="*/ 365 w 443"/>
              <a:gd name="T65" fmla="*/ 262 h 442"/>
              <a:gd name="T66" fmla="*/ 363 w 443"/>
              <a:gd name="T67" fmla="*/ 269 h 442"/>
              <a:gd name="T68" fmla="*/ 361 w 443"/>
              <a:gd name="T69" fmla="*/ 273 h 442"/>
              <a:gd name="T70" fmla="*/ 355 w 443"/>
              <a:gd name="T71" fmla="*/ 287 h 442"/>
              <a:gd name="T72" fmla="*/ 355 w 443"/>
              <a:gd name="T73" fmla="*/ 288 h 442"/>
              <a:gd name="T74" fmla="*/ 350 w 443"/>
              <a:gd name="T75" fmla="*/ 296 h 442"/>
              <a:gd name="T76" fmla="*/ 146 w 443"/>
              <a:gd name="T77" fmla="*/ 92 h 442"/>
              <a:gd name="T78" fmla="*/ 155 w 443"/>
              <a:gd name="T79" fmla="*/ 88 h 442"/>
              <a:gd name="T80" fmla="*/ 155 w 443"/>
              <a:gd name="T81" fmla="*/ 88 h 442"/>
              <a:gd name="T82" fmla="*/ 170 w 443"/>
              <a:gd name="T83" fmla="*/ 81 h 442"/>
              <a:gd name="T84" fmla="*/ 174 w 443"/>
              <a:gd name="T85" fmla="*/ 80 h 442"/>
              <a:gd name="T86" fmla="*/ 180 w 443"/>
              <a:gd name="T87" fmla="*/ 78 h 442"/>
              <a:gd name="T88" fmla="*/ 188 w 443"/>
              <a:gd name="T89" fmla="*/ 76 h 442"/>
              <a:gd name="T90" fmla="*/ 194 w 443"/>
              <a:gd name="T91" fmla="*/ 74 h 442"/>
              <a:gd name="T92" fmla="*/ 204 w 443"/>
              <a:gd name="T93" fmla="*/ 73 h 442"/>
              <a:gd name="T94" fmla="*/ 208 w 443"/>
              <a:gd name="T95" fmla="*/ 72 h 442"/>
              <a:gd name="T96" fmla="*/ 222 w 443"/>
              <a:gd name="T97" fmla="*/ 72 h 442"/>
              <a:gd name="T98" fmla="*/ 371 w 443"/>
              <a:gd name="T99" fmla="*/ 221 h 442"/>
              <a:gd name="T100" fmla="*/ 370 w 443"/>
              <a:gd name="T101" fmla="*/ 234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43" h="442">
                <a:moveTo>
                  <a:pt x="222" y="0"/>
                </a:moveTo>
                <a:cubicBezTo>
                  <a:pt x="99" y="0"/>
                  <a:pt x="0" y="99"/>
                  <a:pt x="0" y="221"/>
                </a:cubicBezTo>
                <a:cubicBezTo>
                  <a:pt x="0" y="343"/>
                  <a:pt x="99" y="442"/>
                  <a:pt x="222" y="442"/>
                </a:cubicBezTo>
                <a:cubicBezTo>
                  <a:pt x="344" y="442"/>
                  <a:pt x="443" y="343"/>
                  <a:pt x="443" y="221"/>
                </a:cubicBezTo>
                <a:cubicBezTo>
                  <a:pt x="443" y="99"/>
                  <a:pt x="344" y="0"/>
                  <a:pt x="222" y="0"/>
                </a:cubicBezTo>
                <a:close/>
                <a:moveTo>
                  <a:pt x="288" y="354"/>
                </a:moveTo>
                <a:cubicBezTo>
                  <a:pt x="288" y="354"/>
                  <a:pt x="288" y="354"/>
                  <a:pt x="288" y="354"/>
                </a:cubicBezTo>
                <a:cubicBezTo>
                  <a:pt x="283" y="357"/>
                  <a:pt x="278" y="359"/>
                  <a:pt x="273" y="361"/>
                </a:cubicBezTo>
                <a:cubicBezTo>
                  <a:pt x="272" y="361"/>
                  <a:pt x="271" y="362"/>
                  <a:pt x="269" y="362"/>
                </a:cubicBezTo>
                <a:cubicBezTo>
                  <a:pt x="267" y="363"/>
                  <a:pt x="265" y="363"/>
                  <a:pt x="263" y="364"/>
                </a:cubicBezTo>
                <a:cubicBezTo>
                  <a:pt x="260" y="365"/>
                  <a:pt x="258" y="365"/>
                  <a:pt x="255" y="366"/>
                </a:cubicBezTo>
                <a:cubicBezTo>
                  <a:pt x="253" y="367"/>
                  <a:pt x="251" y="367"/>
                  <a:pt x="249" y="367"/>
                </a:cubicBezTo>
                <a:cubicBezTo>
                  <a:pt x="246" y="368"/>
                  <a:pt x="242" y="368"/>
                  <a:pt x="239" y="369"/>
                </a:cubicBezTo>
                <a:cubicBezTo>
                  <a:pt x="238" y="369"/>
                  <a:pt x="236" y="369"/>
                  <a:pt x="235" y="369"/>
                </a:cubicBezTo>
                <a:cubicBezTo>
                  <a:pt x="230" y="370"/>
                  <a:pt x="226" y="370"/>
                  <a:pt x="222" y="370"/>
                </a:cubicBezTo>
                <a:cubicBezTo>
                  <a:pt x="139" y="370"/>
                  <a:pt x="72" y="303"/>
                  <a:pt x="72" y="221"/>
                </a:cubicBezTo>
                <a:cubicBezTo>
                  <a:pt x="72" y="216"/>
                  <a:pt x="73" y="212"/>
                  <a:pt x="73" y="208"/>
                </a:cubicBezTo>
                <a:cubicBezTo>
                  <a:pt x="73" y="206"/>
                  <a:pt x="73" y="205"/>
                  <a:pt x="74" y="204"/>
                </a:cubicBezTo>
                <a:cubicBezTo>
                  <a:pt x="74" y="200"/>
                  <a:pt x="75" y="197"/>
                  <a:pt x="75" y="193"/>
                </a:cubicBezTo>
                <a:cubicBezTo>
                  <a:pt x="76" y="191"/>
                  <a:pt x="76" y="189"/>
                  <a:pt x="76" y="188"/>
                </a:cubicBezTo>
                <a:cubicBezTo>
                  <a:pt x="77" y="185"/>
                  <a:pt x="78" y="182"/>
                  <a:pt x="78" y="180"/>
                </a:cubicBezTo>
                <a:cubicBezTo>
                  <a:pt x="79" y="177"/>
                  <a:pt x="80" y="175"/>
                  <a:pt x="80" y="173"/>
                </a:cubicBezTo>
                <a:cubicBezTo>
                  <a:pt x="81" y="172"/>
                  <a:pt x="81" y="171"/>
                  <a:pt x="82" y="169"/>
                </a:cubicBezTo>
                <a:cubicBezTo>
                  <a:pt x="84" y="164"/>
                  <a:pt x="86" y="159"/>
                  <a:pt x="88" y="155"/>
                </a:cubicBezTo>
                <a:cubicBezTo>
                  <a:pt x="88" y="154"/>
                  <a:pt x="88" y="154"/>
                  <a:pt x="88" y="154"/>
                </a:cubicBezTo>
                <a:cubicBezTo>
                  <a:pt x="90" y="151"/>
                  <a:pt x="91" y="148"/>
                  <a:pt x="93" y="146"/>
                </a:cubicBezTo>
                <a:cubicBezTo>
                  <a:pt x="297" y="349"/>
                  <a:pt x="297" y="349"/>
                  <a:pt x="297" y="349"/>
                </a:cubicBezTo>
                <a:cubicBezTo>
                  <a:pt x="294" y="351"/>
                  <a:pt x="291" y="353"/>
                  <a:pt x="288" y="354"/>
                </a:cubicBezTo>
                <a:close/>
                <a:moveTo>
                  <a:pt x="370" y="234"/>
                </a:moveTo>
                <a:cubicBezTo>
                  <a:pt x="370" y="236"/>
                  <a:pt x="370" y="237"/>
                  <a:pt x="370" y="238"/>
                </a:cubicBezTo>
                <a:cubicBezTo>
                  <a:pt x="369" y="242"/>
                  <a:pt x="369" y="245"/>
                  <a:pt x="368" y="249"/>
                </a:cubicBezTo>
                <a:cubicBezTo>
                  <a:pt x="368" y="250"/>
                  <a:pt x="367" y="252"/>
                  <a:pt x="367" y="254"/>
                </a:cubicBezTo>
                <a:cubicBezTo>
                  <a:pt x="366" y="257"/>
                  <a:pt x="366" y="259"/>
                  <a:pt x="365" y="262"/>
                </a:cubicBezTo>
                <a:cubicBezTo>
                  <a:pt x="364" y="264"/>
                  <a:pt x="363" y="266"/>
                  <a:pt x="363" y="269"/>
                </a:cubicBezTo>
                <a:cubicBezTo>
                  <a:pt x="362" y="270"/>
                  <a:pt x="362" y="271"/>
                  <a:pt x="361" y="273"/>
                </a:cubicBezTo>
                <a:cubicBezTo>
                  <a:pt x="359" y="278"/>
                  <a:pt x="357" y="282"/>
                  <a:pt x="355" y="287"/>
                </a:cubicBezTo>
                <a:cubicBezTo>
                  <a:pt x="355" y="287"/>
                  <a:pt x="355" y="288"/>
                  <a:pt x="355" y="288"/>
                </a:cubicBezTo>
                <a:cubicBezTo>
                  <a:pt x="353" y="291"/>
                  <a:pt x="352" y="293"/>
                  <a:pt x="350" y="296"/>
                </a:cubicBezTo>
                <a:cubicBezTo>
                  <a:pt x="146" y="92"/>
                  <a:pt x="146" y="92"/>
                  <a:pt x="146" y="92"/>
                </a:cubicBezTo>
                <a:cubicBezTo>
                  <a:pt x="149" y="91"/>
                  <a:pt x="152" y="89"/>
                  <a:pt x="155" y="88"/>
                </a:cubicBezTo>
                <a:cubicBezTo>
                  <a:pt x="155" y="88"/>
                  <a:pt x="155" y="88"/>
                  <a:pt x="155" y="88"/>
                </a:cubicBezTo>
                <a:cubicBezTo>
                  <a:pt x="160" y="85"/>
                  <a:pt x="165" y="83"/>
                  <a:pt x="170" y="81"/>
                </a:cubicBezTo>
                <a:cubicBezTo>
                  <a:pt x="171" y="81"/>
                  <a:pt x="172" y="80"/>
                  <a:pt x="174" y="80"/>
                </a:cubicBezTo>
                <a:cubicBezTo>
                  <a:pt x="176" y="79"/>
                  <a:pt x="178" y="78"/>
                  <a:pt x="180" y="78"/>
                </a:cubicBezTo>
                <a:cubicBezTo>
                  <a:pt x="183" y="77"/>
                  <a:pt x="186" y="76"/>
                  <a:pt x="188" y="76"/>
                </a:cubicBezTo>
                <a:cubicBezTo>
                  <a:pt x="190" y="75"/>
                  <a:pt x="192" y="75"/>
                  <a:pt x="194" y="74"/>
                </a:cubicBezTo>
                <a:cubicBezTo>
                  <a:pt x="197" y="74"/>
                  <a:pt x="201" y="73"/>
                  <a:pt x="204" y="73"/>
                </a:cubicBezTo>
                <a:cubicBezTo>
                  <a:pt x="206" y="73"/>
                  <a:pt x="207" y="73"/>
                  <a:pt x="208" y="72"/>
                </a:cubicBezTo>
                <a:cubicBezTo>
                  <a:pt x="213" y="72"/>
                  <a:pt x="217" y="72"/>
                  <a:pt x="222" y="72"/>
                </a:cubicBezTo>
                <a:cubicBezTo>
                  <a:pt x="304" y="72"/>
                  <a:pt x="371" y="139"/>
                  <a:pt x="371" y="221"/>
                </a:cubicBezTo>
                <a:cubicBezTo>
                  <a:pt x="371" y="225"/>
                  <a:pt x="370" y="230"/>
                  <a:pt x="370" y="234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x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84" name="Freeform 18"/>
          <p:cNvSpPr>
            <a:spLocks noEditPoints="1"/>
          </p:cNvSpPr>
          <p:nvPr/>
        </p:nvSpPr>
        <p:spPr bwMode="auto">
          <a:xfrm>
            <a:off x="10428887" y="2796564"/>
            <a:ext cx="353483" cy="356659"/>
          </a:xfrm>
          <a:custGeom>
            <a:avLst/>
            <a:gdLst>
              <a:gd name="T0" fmla="*/ 222 w 443"/>
              <a:gd name="T1" fmla="*/ 0 h 442"/>
              <a:gd name="T2" fmla="*/ 0 w 443"/>
              <a:gd name="T3" fmla="*/ 221 h 442"/>
              <a:gd name="T4" fmla="*/ 222 w 443"/>
              <a:gd name="T5" fmla="*/ 442 h 442"/>
              <a:gd name="T6" fmla="*/ 443 w 443"/>
              <a:gd name="T7" fmla="*/ 221 h 442"/>
              <a:gd name="T8" fmla="*/ 222 w 443"/>
              <a:gd name="T9" fmla="*/ 0 h 442"/>
              <a:gd name="T10" fmla="*/ 288 w 443"/>
              <a:gd name="T11" fmla="*/ 354 h 442"/>
              <a:gd name="T12" fmla="*/ 288 w 443"/>
              <a:gd name="T13" fmla="*/ 354 h 442"/>
              <a:gd name="T14" fmla="*/ 273 w 443"/>
              <a:gd name="T15" fmla="*/ 361 h 442"/>
              <a:gd name="T16" fmla="*/ 269 w 443"/>
              <a:gd name="T17" fmla="*/ 362 h 442"/>
              <a:gd name="T18" fmla="*/ 263 w 443"/>
              <a:gd name="T19" fmla="*/ 364 h 442"/>
              <a:gd name="T20" fmla="*/ 255 w 443"/>
              <a:gd name="T21" fmla="*/ 366 h 442"/>
              <a:gd name="T22" fmla="*/ 249 w 443"/>
              <a:gd name="T23" fmla="*/ 367 h 442"/>
              <a:gd name="T24" fmla="*/ 239 w 443"/>
              <a:gd name="T25" fmla="*/ 369 h 442"/>
              <a:gd name="T26" fmla="*/ 235 w 443"/>
              <a:gd name="T27" fmla="*/ 369 h 442"/>
              <a:gd name="T28" fmla="*/ 222 w 443"/>
              <a:gd name="T29" fmla="*/ 370 h 442"/>
              <a:gd name="T30" fmla="*/ 72 w 443"/>
              <a:gd name="T31" fmla="*/ 221 h 442"/>
              <a:gd name="T32" fmla="*/ 73 w 443"/>
              <a:gd name="T33" fmla="*/ 208 h 442"/>
              <a:gd name="T34" fmla="*/ 74 w 443"/>
              <a:gd name="T35" fmla="*/ 204 h 442"/>
              <a:gd name="T36" fmla="*/ 75 w 443"/>
              <a:gd name="T37" fmla="*/ 193 h 442"/>
              <a:gd name="T38" fmla="*/ 76 w 443"/>
              <a:gd name="T39" fmla="*/ 188 h 442"/>
              <a:gd name="T40" fmla="*/ 78 w 443"/>
              <a:gd name="T41" fmla="*/ 180 h 442"/>
              <a:gd name="T42" fmla="*/ 80 w 443"/>
              <a:gd name="T43" fmla="*/ 173 h 442"/>
              <a:gd name="T44" fmla="*/ 82 w 443"/>
              <a:gd name="T45" fmla="*/ 169 h 442"/>
              <a:gd name="T46" fmla="*/ 88 w 443"/>
              <a:gd name="T47" fmla="*/ 155 h 442"/>
              <a:gd name="T48" fmla="*/ 88 w 443"/>
              <a:gd name="T49" fmla="*/ 154 h 442"/>
              <a:gd name="T50" fmla="*/ 93 w 443"/>
              <a:gd name="T51" fmla="*/ 146 h 442"/>
              <a:gd name="T52" fmla="*/ 297 w 443"/>
              <a:gd name="T53" fmla="*/ 349 h 442"/>
              <a:gd name="T54" fmla="*/ 288 w 443"/>
              <a:gd name="T55" fmla="*/ 354 h 442"/>
              <a:gd name="T56" fmla="*/ 370 w 443"/>
              <a:gd name="T57" fmla="*/ 234 h 442"/>
              <a:gd name="T58" fmla="*/ 370 w 443"/>
              <a:gd name="T59" fmla="*/ 238 h 442"/>
              <a:gd name="T60" fmla="*/ 368 w 443"/>
              <a:gd name="T61" fmla="*/ 249 h 442"/>
              <a:gd name="T62" fmla="*/ 367 w 443"/>
              <a:gd name="T63" fmla="*/ 254 h 442"/>
              <a:gd name="T64" fmla="*/ 365 w 443"/>
              <a:gd name="T65" fmla="*/ 262 h 442"/>
              <a:gd name="T66" fmla="*/ 363 w 443"/>
              <a:gd name="T67" fmla="*/ 269 h 442"/>
              <a:gd name="T68" fmla="*/ 361 w 443"/>
              <a:gd name="T69" fmla="*/ 273 h 442"/>
              <a:gd name="T70" fmla="*/ 355 w 443"/>
              <a:gd name="T71" fmla="*/ 287 h 442"/>
              <a:gd name="T72" fmla="*/ 355 w 443"/>
              <a:gd name="T73" fmla="*/ 288 h 442"/>
              <a:gd name="T74" fmla="*/ 350 w 443"/>
              <a:gd name="T75" fmla="*/ 296 h 442"/>
              <a:gd name="T76" fmla="*/ 146 w 443"/>
              <a:gd name="T77" fmla="*/ 92 h 442"/>
              <a:gd name="T78" fmla="*/ 155 w 443"/>
              <a:gd name="T79" fmla="*/ 88 h 442"/>
              <a:gd name="T80" fmla="*/ 155 w 443"/>
              <a:gd name="T81" fmla="*/ 88 h 442"/>
              <a:gd name="T82" fmla="*/ 170 w 443"/>
              <a:gd name="T83" fmla="*/ 81 h 442"/>
              <a:gd name="T84" fmla="*/ 174 w 443"/>
              <a:gd name="T85" fmla="*/ 80 h 442"/>
              <a:gd name="T86" fmla="*/ 180 w 443"/>
              <a:gd name="T87" fmla="*/ 78 h 442"/>
              <a:gd name="T88" fmla="*/ 188 w 443"/>
              <a:gd name="T89" fmla="*/ 76 h 442"/>
              <a:gd name="T90" fmla="*/ 194 w 443"/>
              <a:gd name="T91" fmla="*/ 74 h 442"/>
              <a:gd name="T92" fmla="*/ 204 w 443"/>
              <a:gd name="T93" fmla="*/ 73 h 442"/>
              <a:gd name="T94" fmla="*/ 208 w 443"/>
              <a:gd name="T95" fmla="*/ 72 h 442"/>
              <a:gd name="T96" fmla="*/ 222 w 443"/>
              <a:gd name="T97" fmla="*/ 72 h 442"/>
              <a:gd name="T98" fmla="*/ 371 w 443"/>
              <a:gd name="T99" fmla="*/ 221 h 442"/>
              <a:gd name="T100" fmla="*/ 370 w 443"/>
              <a:gd name="T101" fmla="*/ 234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43" h="442">
                <a:moveTo>
                  <a:pt x="222" y="0"/>
                </a:moveTo>
                <a:cubicBezTo>
                  <a:pt x="99" y="0"/>
                  <a:pt x="0" y="99"/>
                  <a:pt x="0" y="221"/>
                </a:cubicBezTo>
                <a:cubicBezTo>
                  <a:pt x="0" y="343"/>
                  <a:pt x="99" y="442"/>
                  <a:pt x="222" y="442"/>
                </a:cubicBezTo>
                <a:cubicBezTo>
                  <a:pt x="344" y="442"/>
                  <a:pt x="443" y="343"/>
                  <a:pt x="443" y="221"/>
                </a:cubicBezTo>
                <a:cubicBezTo>
                  <a:pt x="443" y="99"/>
                  <a:pt x="344" y="0"/>
                  <a:pt x="222" y="0"/>
                </a:cubicBezTo>
                <a:close/>
                <a:moveTo>
                  <a:pt x="288" y="354"/>
                </a:moveTo>
                <a:cubicBezTo>
                  <a:pt x="288" y="354"/>
                  <a:pt x="288" y="354"/>
                  <a:pt x="288" y="354"/>
                </a:cubicBezTo>
                <a:cubicBezTo>
                  <a:pt x="283" y="357"/>
                  <a:pt x="278" y="359"/>
                  <a:pt x="273" y="361"/>
                </a:cubicBezTo>
                <a:cubicBezTo>
                  <a:pt x="272" y="361"/>
                  <a:pt x="271" y="362"/>
                  <a:pt x="269" y="362"/>
                </a:cubicBezTo>
                <a:cubicBezTo>
                  <a:pt x="267" y="363"/>
                  <a:pt x="265" y="363"/>
                  <a:pt x="263" y="364"/>
                </a:cubicBezTo>
                <a:cubicBezTo>
                  <a:pt x="260" y="365"/>
                  <a:pt x="258" y="365"/>
                  <a:pt x="255" y="366"/>
                </a:cubicBezTo>
                <a:cubicBezTo>
                  <a:pt x="253" y="367"/>
                  <a:pt x="251" y="367"/>
                  <a:pt x="249" y="367"/>
                </a:cubicBezTo>
                <a:cubicBezTo>
                  <a:pt x="246" y="368"/>
                  <a:pt x="242" y="368"/>
                  <a:pt x="239" y="369"/>
                </a:cubicBezTo>
                <a:cubicBezTo>
                  <a:pt x="238" y="369"/>
                  <a:pt x="236" y="369"/>
                  <a:pt x="235" y="369"/>
                </a:cubicBezTo>
                <a:cubicBezTo>
                  <a:pt x="230" y="370"/>
                  <a:pt x="226" y="370"/>
                  <a:pt x="222" y="370"/>
                </a:cubicBezTo>
                <a:cubicBezTo>
                  <a:pt x="139" y="370"/>
                  <a:pt x="72" y="303"/>
                  <a:pt x="72" y="221"/>
                </a:cubicBezTo>
                <a:cubicBezTo>
                  <a:pt x="72" y="216"/>
                  <a:pt x="73" y="212"/>
                  <a:pt x="73" y="208"/>
                </a:cubicBezTo>
                <a:cubicBezTo>
                  <a:pt x="73" y="206"/>
                  <a:pt x="73" y="205"/>
                  <a:pt x="74" y="204"/>
                </a:cubicBezTo>
                <a:cubicBezTo>
                  <a:pt x="74" y="200"/>
                  <a:pt x="75" y="197"/>
                  <a:pt x="75" y="193"/>
                </a:cubicBezTo>
                <a:cubicBezTo>
                  <a:pt x="76" y="191"/>
                  <a:pt x="76" y="189"/>
                  <a:pt x="76" y="188"/>
                </a:cubicBezTo>
                <a:cubicBezTo>
                  <a:pt x="77" y="185"/>
                  <a:pt x="78" y="182"/>
                  <a:pt x="78" y="180"/>
                </a:cubicBezTo>
                <a:cubicBezTo>
                  <a:pt x="79" y="177"/>
                  <a:pt x="80" y="175"/>
                  <a:pt x="80" y="173"/>
                </a:cubicBezTo>
                <a:cubicBezTo>
                  <a:pt x="81" y="172"/>
                  <a:pt x="81" y="171"/>
                  <a:pt x="82" y="169"/>
                </a:cubicBezTo>
                <a:cubicBezTo>
                  <a:pt x="84" y="164"/>
                  <a:pt x="86" y="159"/>
                  <a:pt x="88" y="155"/>
                </a:cubicBezTo>
                <a:cubicBezTo>
                  <a:pt x="88" y="154"/>
                  <a:pt x="88" y="154"/>
                  <a:pt x="88" y="154"/>
                </a:cubicBezTo>
                <a:cubicBezTo>
                  <a:pt x="90" y="151"/>
                  <a:pt x="91" y="148"/>
                  <a:pt x="93" y="146"/>
                </a:cubicBezTo>
                <a:cubicBezTo>
                  <a:pt x="297" y="349"/>
                  <a:pt x="297" y="349"/>
                  <a:pt x="297" y="349"/>
                </a:cubicBezTo>
                <a:cubicBezTo>
                  <a:pt x="294" y="351"/>
                  <a:pt x="291" y="353"/>
                  <a:pt x="288" y="354"/>
                </a:cubicBezTo>
                <a:close/>
                <a:moveTo>
                  <a:pt x="370" y="234"/>
                </a:moveTo>
                <a:cubicBezTo>
                  <a:pt x="370" y="236"/>
                  <a:pt x="370" y="237"/>
                  <a:pt x="370" y="238"/>
                </a:cubicBezTo>
                <a:cubicBezTo>
                  <a:pt x="369" y="242"/>
                  <a:pt x="369" y="245"/>
                  <a:pt x="368" y="249"/>
                </a:cubicBezTo>
                <a:cubicBezTo>
                  <a:pt x="368" y="250"/>
                  <a:pt x="367" y="252"/>
                  <a:pt x="367" y="254"/>
                </a:cubicBezTo>
                <a:cubicBezTo>
                  <a:pt x="366" y="257"/>
                  <a:pt x="366" y="259"/>
                  <a:pt x="365" y="262"/>
                </a:cubicBezTo>
                <a:cubicBezTo>
                  <a:pt x="364" y="264"/>
                  <a:pt x="363" y="266"/>
                  <a:pt x="363" y="269"/>
                </a:cubicBezTo>
                <a:cubicBezTo>
                  <a:pt x="362" y="270"/>
                  <a:pt x="362" y="271"/>
                  <a:pt x="361" y="273"/>
                </a:cubicBezTo>
                <a:cubicBezTo>
                  <a:pt x="359" y="278"/>
                  <a:pt x="357" y="282"/>
                  <a:pt x="355" y="287"/>
                </a:cubicBezTo>
                <a:cubicBezTo>
                  <a:pt x="355" y="287"/>
                  <a:pt x="355" y="288"/>
                  <a:pt x="355" y="288"/>
                </a:cubicBezTo>
                <a:cubicBezTo>
                  <a:pt x="353" y="291"/>
                  <a:pt x="352" y="293"/>
                  <a:pt x="350" y="296"/>
                </a:cubicBezTo>
                <a:cubicBezTo>
                  <a:pt x="146" y="92"/>
                  <a:pt x="146" y="92"/>
                  <a:pt x="146" y="92"/>
                </a:cubicBezTo>
                <a:cubicBezTo>
                  <a:pt x="149" y="91"/>
                  <a:pt x="152" y="89"/>
                  <a:pt x="155" y="88"/>
                </a:cubicBezTo>
                <a:cubicBezTo>
                  <a:pt x="155" y="88"/>
                  <a:pt x="155" y="88"/>
                  <a:pt x="155" y="88"/>
                </a:cubicBezTo>
                <a:cubicBezTo>
                  <a:pt x="160" y="85"/>
                  <a:pt x="165" y="83"/>
                  <a:pt x="170" y="81"/>
                </a:cubicBezTo>
                <a:cubicBezTo>
                  <a:pt x="171" y="81"/>
                  <a:pt x="172" y="80"/>
                  <a:pt x="174" y="80"/>
                </a:cubicBezTo>
                <a:cubicBezTo>
                  <a:pt x="176" y="79"/>
                  <a:pt x="178" y="78"/>
                  <a:pt x="180" y="78"/>
                </a:cubicBezTo>
                <a:cubicBezTo>
                  <a:pt x="183" y="77"/>
                  <a:pt x="186" y="76"/>
                  <a:pt x="188" y="76"/>
                </a:cubicBezTo>
                <a:cubicBezTo>
                  <a:pt x="190" y="75"/>
                  <a:pt x="192" y="75"/>
                  <a:pt x="194" y="74"/>
                </a:cubicBezTo>
                <a:cubicBezTo>
                  <a:pt x="197" y="74"/>
                  <a:pt x="201" y="73"/>
                  <a:pt x="204" y="73"/>
                </a:cubicBezTo>
                <a:cubicBezTo>
                  <a:pt x="206" y="73"/>
                  <a:pt x="207" y="73"/>
                  <a:pt x="208" y="72"/>
                </a:cubicBezTo>
                <a:cubicBezTo>
                  <a:pt x="213" y="72"/>
                  <a:pt x="217" y="72"/>
                  <a:pt x="222" y="72"/>
                </a:cubicBezTo>
                <a:cubicBezTo>
                  <a:pt x="304" y="72"/>
                  <a:pt x="371" y="139"/>
                  <a:pt x="371" y="221"/>
                </a:cubicBezTo>
                <a:cubicBezTo>
                  <a:pt x="371" y="225"/>
                  <a:pt x="370" y="230"/>
                  <a:pt x="370" y="234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x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>
              <a:solidFill>
                <a:srgbClr val="53565A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54845" y="3570697"/>
            <a:ext cx="1524000" cy="4141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600" dirty="0">
                <a:solidFill>
                  <a:srgbClr val="53565A"/>
                </a:solidFill>
              </a:rPr>
              <a:t>LOW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43628" y="3562896"/>
            <a:ext cx="1524000" cy="4141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600" dirty="0">
                <a:solidFill>
                  <a:srgbClr val="53565A"/>
                </a:solidFill>
              </a:rPr>
              <a:t>HIGH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0" y="4255449"/>
            <a:ext cx="1524000" cy="4141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endParaRPr lang="en-US" sz="1600" dirty="0">
              <a:solidFill>
                <a:srgbClr val="53565A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334000" y="4859572"/>
            <a:ext cx="1524000" cy="4141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endParaRPr lang="en-US" sz="1600" dirty="0">
              <a:solidFill>
                <a:srgbClr val="53565A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309717" y="6124564"/>
            <a:ext cx="7451596" cy="4301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933" b="1" baseline="30000" dirty="0">
                <a:solidFill>
                  <a:srgbClr val="53565A"/>
                </a:solidFill>
                <a:latin typeface="BentonSans" panose="02000503000000020004" pitchFamily="2" charset="0"/>
              </a:rPr>
              <a:t>1 </a:t>
            </a:r>
            <a:r>
              <a:rPr lang="en-US" sz="933" dirty="0">
                <a:solidFill>
                  <a:srgbClr val="53565A"/>
                </a:solidFill>
              </a:rPr>
              <a:t>New program set up is required.</a:t>
            </a:r>
          </a:p>
        </p:txBody>
      </p:sp>
      <p:sp>
        <p:nvSpPr>
          <p:cNvPr id="92" name="Freeform 18"/>
          <p:cNvSpPr>
            <a:spLocks noEditPoints="1"/>
          </p:cNvSpPr>
          <p:nvPr/>
        </p:nvSpPr>
        <p:spPr bwMode="auto">
          <a:xfrm>
            <a:off x="5926205" y="4201268"/>
            <a:ext cx="353483" cy="356659"/>
          </a:xfrm>
          <a:custGeom>
            <a:avLst/>
            <a:gdLst>
              <a:gd name="T0" fmla="*/ 222 w 443"/>
              <a:gd name="T1" fmla="*/ 0 h 442"/>
              <a:gd name="T2" fmla="*/ 0 w 443"/>
              <a:gd name="T3" fmla="*/ 221 h 442"/>
              <a:gd name="T4" fmla="*/ 222 w 443"/>
              <a:gd name="T5" fmla="*/ 442 h 442"/>
              <a:gd name="T6" fmla="*/ 443 w 443"/>
              <a:gd name="T7" fmla="*/ 221 h 442"/>
              <a:gd name="T8" fmla="*/ 222 w 443"/>
              <a:gd name="T9" fmla="*/ 0 h 442"/>
              <a:gd name="T10" fmla="*/ 288 w 443"/>
              <a:gd name="T11" fmla="*/ 354 h 442"/>
              <a:gd name="T12" fmla="*/ 288 w 443"/>
              <a:gd name="T13" fmla="*/ 354 h 442"/>
              <a:gd name="T14" fmla="*/ 273 w 443"/>
              <a:gd name="T15" fmla="*/ 361 h 442"/>
              <a:gd name="T16" fmla="*/ 269 w 443"/>
              <a:gd name="T17" fmla="*/ 362 h 442"/>
              <a:gd name="T18" fmla="*/ 263 w 443"/>
              <a:gd name="T19" fmla="*/ 364 h 442"/>
              <a:gd name="T20" fmla="*/ 255 w 443"/>
              <a:gd name="T21" fmla="*/ 366 h 442"/>
              <a:gd name="T22" fmla="*/ 249 w 443"/>
              <a:gd name="T23" fmla="*/ 367 h 442"/>
              <a:gd name="T24" fmla="*/ 239 w 443"/>
              <a:gd name="T25" fmla="*/ 369 h 442"/>
              <a:gd name="T26" fmla="*/ 235 w 443"/>
              <a:gd name="T27" fmla="*/ 369 h 442"/>
              <a:gd name="T28" fmla="*/ 222 w 443"/>
              <a:gd name="T29" fmla="*/ 370 h 442"/>
              <a:gd name="T30" fmla="*/ 72 w 443"/>
              <a:gd name="T31" fmla="*/ 221 h 442"/>
              <a:gd name="T32" fmla="*/ 73 w 443"/>
              <a:gd name="T33" fmla="*/ 208 h 442"/>
              <a:gd name="T34" fmla="*/ 74 w 443"/>
              <a:gd name="T35" fmla="*/ 204 h 442"/>
              <a:gd name="T36" fmla="*/ 75 w 443"/>
              <a:gd name="T37" fmla="*/ 193 h 442"/>
              <a:gd name="T38" fmla="*/ 76 w 443"/>
              <a:gd name="T39" fmla="*/ 188 h 442"/>
              <a:gd name="T40" fmla="*/ 78 w 443"/>
              <a:gd name="T41" fmla="*/ 180 h 442"/>
              <a:gd name="T42" fmla="*/ 80 w 443"/>
              <a:gd name="T43" fmla="*/ 173 h 442"/>
              <a:gd name="T44" fmla="*/ 82 w 443"/>
              <a:gd name="T45" fmla="*/ 169 h 442"/>
              <a:gd name="T46" fmla="*/ 88 w 443"/>
              <a:gd name="T47" fmla="*/ 155 h 442"/>
              <a:gd name="T48" fmla="*/ 88 w 443"/>
              <a:gd name="T49" fmla="*/ 154 h 442"/>
              <a:gd name="T50" fmla="*/ 93 w 443"/>
              <a:gd name="T51" fmla="*/ 146 h 442"/>
              <a:gd name="T52" fmla="*/ 297 w 443"/>
              <a:gd name="T53" fmla="*/ 349 h 442"/>
              <a:gd name="T54" fmla="*/ 288 w 443"/>
              <a:gd name="T55" fmla="*/ 354 h 442"/>
              <a:gd name="T56" fmla="*/ 370 w 443"/>
              <a:gd name="T57" fmla="*/ 234 h 442"/>
              <a:gd name="T58" fmla="*/ 370 w 443"/>
              <a:gd name="T59" fmla="*/ 238 h 442"/>
              <a:gd name="T60" fmla="*/ 368 w 443"/>
              <a:gd name="T61" fmla="*/ 249 h 442"/>
              <a:gd name="T62" fmla="*/ 367 w 443"/>
              <a:gd name="T63" fmla="*/ 254 h 442"/>
              <a:gd name="T64" fmla="*/ 365 w 443"/>
              <a:gd name="T65" fmla="*/ 262 h 442"/>
              <a:gd name="T66" fmla="*/ 363 w 443"/>
              <a:gd name="T67" fmla="*/ 269 h 442"/>
              <a:gd name="T68" fmla="*/ 361 w 443"/>
              <a:gd name="T69" fmla="*/ 273 h 442"/>
              <a:gd name="T70" fmla="*/ 355 w 443"/>
              <a:gd name="T71" fmla="*/ 287 h 442"/>
              <a:gd name="T72" fmla="*/ 355 w 443"/>
              <a:gd name="T73" fmla="*/ 288 h 442"/>
              <a:gd name="T74" fmla="*/ 350 w 443"/>
              <a:gd name="T75" fmla="*/ 296 h 442"/>
              <a:gd name="T76" fmla="*/ 146 w 443"/>
              <a:gd name="T77" fmla="*/ 92 h 442"/>
              <a:gd name="T78" fmla="*/ 155 w 443"/>
              <a:gd name="T79" fmla="*/ 88 h 442"/>
              <a:gd name="T80" fmla="*/ 155 w 443"/>
              <a:gd name="T81" fmla="*/ 88 h 442"/>
              <a:gd name="T82" fmla="*/ 170 w 443"/>
              <a:gd name="T83" fmla="*/ 81 h 442"/>
              <a:gd name="T84" fmla="*/ 174 w 443"/>
              <a:gd name="T85" fmla="*/ 80 h 442"/>
              <a:gd name="T86" fmla="*/ 180 w 443"/>
              <a:gd name="T87" fmla="*/ 78 h 442"/>
              <a:gd name="T88" fmla="*/ 188 w 443"/>
              <a:gd name="T89" fmla="*/ 76 h 442"/>
              <a:gd name="T90" fmla="*/ 194 w 443"/>
              <a:gd name="T91" fmla="*/ 74 h 442"/>
              <a:gd name="T92" fmla="*/ 204 w 443"/>
              <a:gd name="T93" fmla="*/ 73 h 442"/>
              <a:gd name="T94" fmla="*/ 208 w 443"/>
              <a:gd name="T95" fmla="*/ 72 h 442"/>
              <a:gd name="T96" fmla="*/ 222 w 443"/>
              <a:gd name="T97" fmla="*/ 72 h 442"/>
              <a:gd name="T98" fmla="*/ 371 w 443"/>
              <a:gd name="T99" fmla="*/ 221 h 442"/>
              <a:gd name="T100" fmla="*/ 370 w 443"/>
              <a:gd name="T101" fmla="*/ 234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43" h="442">
                <a:moveTo>
                  <a:pt x="222" y="0"/>
                </a:moveTo>
                <a:cubicBezTo>
                  <a:pt x="99" y="0"/>
                  <a:pt x="0" y="99"/>
                  <a:pt x="0" y="221"/>
                </a:cubicBezTo>
                <a:cubicBezTo>
                  <a:pt x="0" y="343"/>
                  <a:pt x="99" y="442"/>
                  <a:pt x="222" y="442"/>
                </a:cubicBezTo>
                <a:cubicBezTo>
                  <a:pt x="344" y="442"/>
                  <a:pt x="443" y="343"/>
                  <a:pt x="443" y="221"/>
                </a:cubicBezTo>
                <a:cubicBezTo>
                  <a:pt x="443" y="99"/>
                  <a:pt x="344" y="0"/>
                  <a:pt x="222" y="0"/>
                </a:cubicBezTo>
                <a:close/>
                <a:moveTo>
                  <a:pt x="288" y="354"/>
                </a:moveTo>
                <a:cubicBezTo>
                  <a:pt x="288" y="354"/>
                  <a:pt x="288" y="354"/>
                  <a:pt x="288" y="354"/>
                </a:cubicBezTo>
                <a:cubicBezTo>
                  <a:pt x="283" y="357"/>
                  <a:pt x="278" y="359"/>
                  <a:pt x="273" y="361"/>
                </a:cubicBezTo>
                <a:cubicBezTo>
                  <a:pt x="272" y="361"/>
                  <a:pt x="271" y="362"/>
                  <a:pt x="269" y="362"/>
                </a:cubicBezTo>
                <a:cubicBezTo>
                  <a:pt x="267" y="363"/>
                  <a:pt x="265" y="363"/>
                  <a:pt x="263" y="364"/>
                </a:cubicBezTo>
                <a:cubicBezTo>
                  <a:pt x="260" y="365"/>
                  <a:pt x="258" y="365"/>
                  <a:pt x="255" y="366"/>
                </a:cubicBezTo>
                <a:cubicBezTo>
                  <a:pt x="253" y="367"/>
                  <a:pt x="251" y="367"/>
                  <a:pt x="249" y="367"/>
                </a:cubicBezTo>
                <a:cubicBezTo>
                  <a:pt x="246" y="368"/>
                  <a:pt x="242" y="368"/>
                  <a:pt x="239" y="369"/>
                </a:cubicBezTo>
                <a:cubicBezTo>
                  <a:pt x="238" y="369"/>
                  <a:pt x="236" y="369"/>
                  <a:pt x="235" y="369"/>
                </a:cubicBezTo>
                <a:cubicBezTo>
                  <a:pt x="230" y="370"/>
                  <a:pt x="226" y="370"/>
                  <a:pt x="222" y="370"/>
                </a:cubicBezTo>
                <a:cubicBezTo>
                  <a:pt x="139" y="370"/>
                  <a:pt x="72" y="303"/>
                  <a:pt x="72" y="221"/>
                </a:cubicBezTo>
                <a:cubicBezTo>
                  <a:pt x="72" y="216"/>
                  <a:pt x="73" y="212"/>
                  <a:pt x="73" y="208"/>
                </a:cubicBezTo>
                <a:cubicBezTo>
                  <a:pt x="73" y="206"/>
                  <a:pt x="73" y="205"/>
                  <a:pt x="74" y="204"/>
                </a:cubicBezTo>
                <a:cubicBezTo>
                  <a:pt x="74" y="200"/>
                  <a:pt x="75" y="197"/>
                  <a:pt x="75" y="193"/>
                </a:cubicBezTo>
                <a:cubicBezTo>
                  <a:pt x="76" y="191"/>
                  <a:pt x="76" y="189"/>
                  <a:pt x="76" y="188"/>
                </a:cubicBezTo>
                <a:cubicBezTo>
                  <a:pt x="77" y="185"/>
                  <a:pt x="78" y="182"/>
                  <a:pt x="78" y="180"/>
                </a:cubicBezTo>
                <a:cubicBezTo>
                  <a:pt x="79" y="177"/>
                  <a:pt x="80" y="175"/>
                  <a:pt x="80" y="173"/>
                </a:cubicBezTo>
                <a:cubicBezTo>
                  <a:pt x="81" y="172"/>
                  <a:pt x="81" y="171"/>
                  <a:pt x="82" y="169"/>
                </a:cubicBezTo>
                <a:cubicBezTo>
                  <a:pt x="84" y="164"/>
                  <a:pt x="86" y="159"/>
                  <a:pt x="88" y="155"/>
                </a:cubicBezTo>
                <a:cubicBezTo>
                  <a:pt x="88" y="154"/>
                  <a:pt x="88" y="154"/>
                  <a:pt x="88" y="154"/>
                </a:cubicBezTo>
                <a:cubicBezTo>
                  <a:pt x="90" y="151"/>
                  <a:pt x="91" y="148"/>
                  <a:pt x="93" y="146"/>
                </a:cubicBezTo>
                <a:cubicBezTo>
                  <a:pt x="297" y="349"/>
                  <a:pt x="297" y="349"/>
                  <a:pt x="297" y="349"/>
                </a:cubicBezTo>
                <a:cubicBezTo>
                  <a:pt x="294" y="351"/>
                  <a:pt x="291" y="353"/>
                  <a:pt x="288" y="354"/>
                </a:cubicBezTo>
                <a:close/>
                <a:moveTo>
                  <a:pt x="370" y="234"/>
                </a:moveTo>
                <a:cubicBezTo>
                  <a:pt x="370" y="236"/>
                  <a:pt x="370" y="237"/>
                  <a:pt x="370" y="238"/>
                </a:cubicBezTo>
                <a:cubicBezTo>
                  <a:pt x="369" y="242"/>
                  <a:pt x="369" y="245"/>
                  <a:pt x="368" y="249"/>
                </a:cubicBezTo>
                <a:cubicBezTo>
                  <a:pt x="368" y="250"/>
                  <a:pt x="367" y="252"/>
                  <a:pt x="367" y="254"/>
                </a:cubicBezTo>
                <a:cubicBezTo>
                  <a:pt x="366" y="257"/>
                  <a:pt x="366" y="259"/>
                  <a:pt x="365" y="262"/>
                </a:cubicBezTo>
                <a:cubicBezTo>
                  <a:pt x="364" y="264"/>
                  <a:pt x="363" y="266"/>
                  <a:pt x="363" y="269"/>
                </a:cubicBezTo>
                <a:cubicBezTo>
                  <a:pt x="362" y="270"/>
                  <a:pt x="362" y="271"/>
                  <a:pt x="361" y="273"/>
                </a:cubicBezTo>
                <a:cubicBezTo>
                  <a:pt x="359" y="278"/>
                  <a:pt x="357" y="282"/>
                  <a:pt x="355" y="287"/>
                </a:cubicBezTo>
                <a:cubicBezTo>
                  <a:pt x="355" y="287"/>
                  <a:pt x="355" y="288"/>
                  <a:pt x="355" y="288"/>
                </a:cubicBezTo>
                <a:cubicBezTo>
                  <a:pt x="353" y="291"/>
                  <a:pt x="352" y="293"/>
                  <a:pt x="350" y="296"/>
                </a:cubicBezTo>
                <a:cubicBezTo>
                  <a:pt x="146" y="92"/>
                  <a:pt x="146" y="92"/>
                  <a:pt x="146" y="92"/>
                </a:cubicBezTo>
                <a:cubicBezTo>
                  <a:pt x="149" y="91"/>
                  <a:pt x="152" y="89"/>
                  <a:pt x="155" y="88"/>
                </a:cubicBezTo>
                <a:cubicBezTo>
                  <a:pt x="155" y="88"/>
                  <a:pt x="155" y="88"/>
                  <a:pt x="155" y="88"/>
                </a:cubicBezTo>
                <a:cubicBezTo>
                  <a:pt x="160" y="85"/>
                  <a:pt x="165" y="83"/>
                  <a:pt x="170" y="81"/>
                </a:cubicBezTo>
                <a:cubicBezTo>
                  <a:pt x="171" y="81"/>
                  <a:pt x="172" y="80"/>
                  <a:pt x="174" y="80"/>
                </a:cubicBezTo>
                <a:cubicBezTo>
                  <a:pt x="176" y="79"/>
                  <a:pt x="178" y="78"/>
                  <a:pt x="180" y="78"/>
                </a:cubicBezTo>
                <a:cubicBezTo>
                  <a:pt x="183" y="77"/>
                  <a:pt x="186" y="76"/>
                  <a:pt x="188" y="76"/>
                </a:cubicBezTo>
                <a:cubicBezTo>
                  <a:pt x="190" y="75"/>
                  <a:pt x="192" y="75"/>
                  <a:pt x="194" y="74"/>
                </a:cubicBezTo>
                <a:cubicBezTo>
                  <a:pt x="197" y="74"/>
                  <a:pt x="201" y="73"/>
                  <a:pt x="204" y="73"/>
                </a:cubicBezTo>
                <a:cubicBezTo>
                  <a:pt x="206" y="73"/>
                  <a:pt x="207" y="73"/>
                  <a:pt x="208" y="72"/>
                </a:cubicBezTo>
                <a:cubicBezTo>
                  <a:pt x="213" y="72"/>
                  <a:pt x="217" y="72"/>
                  <a:pt x="222" y="72"/>
                </a:cubicBezTo>
                <a:cubicBezTo>
                  <a:pt x="304" y="72"/>
                  <a:pt x="371" y="139"/>
                  <a:pt x="371" y="221"/>
                </a:cubicBezTo>
                <a:cubicBezTo>
                  <a:pt x="371" y="225"/>
                  <a:pt x="370" y="230"/>
                  <a:pt x="370" y="234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x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93" name="Freeform 18"/>
          <p:cNvSpPr>
            <a:spLocks noEditPoints="1"/>
          </p:cNvSpPr>
          <p:nvPr/>
        </p:nvSpPr>
        <p:spPr bwMode="auto">
          <a:xfrm>
            <a:off x="10416117" y="4201268"/>
            <a:ext cx="353483" cy="356659"/>
          </a:xfrm>
          <a:custGeom>
            <a:avLst/>
            <a:gdLst>
              <a:gd name="T0" fmla="*/ 222 w 443"/>
              <a:gd name="T1" fmla="*/ 0 h 442"/>
              <a:gd name="T2" fmla="*/ 0 w 443"/>
              <a:gd name="T3" fmla="*/ 221 h 442"/>
              <a:gd name="T4" fmla="*/ 222 w 443"/>
              <a:gd name="T5" fmla="*/ 442 h 442"/>
              <a:gd name="T6" fmla="*/ 443 w 443"/>
              <a:gd name="T7" fmla="*/ 221 h 442"/>
              <a:gd name="T8" fmla="*/ 222 w 443"/>
              <a:gd name="T9" fmla="*/ 0 h 442"/>
              <a:gd name="T10" fmla="*/ 288 w 443"/>
              <a:gd name="T11" fmla="*/ 354 h 442"/>
              <a:gd name="T12" fmla="*/ 288 w 443"/>
              <a:gd name="T13" fmla="*/ 354 h 442"/>
              <a:gd name="T14" fmla="*/ 273 w 443"/>
              <a:gd name="T15" fmla="*/ 361 h 442"/>
              <a:gd name="T16" fmla="*/ 269 w 443"/>
              <a:gd name="T17" fmla="*/ 362 h 442"/>
              <a:gd name="T18" fmla="*/ 263 w 443"/>
              <a:gd name="T19" fmla="*/ 364 h 442"/>
              <a:gd name="T20" fmla="*/ 255 w 443"/>
              <a:gd name="T21" fmla="*/ 366 h 442"/>
              <a:gd name="T22" fmla="*/ 249 w 443"/>
              <a:gd name="T23" fmla="*/ 367 h 442"/>
              <a:gd name="T24" fmla="*/ 239 w 443"/>
              <a:gd name="T25" fmla="*/ 369 h 442"/>
              <a:gd name="T26" fmla="*/ 235 w 443"/>
              <a:gd name="T27" fmla="*/ 369 h 442"/>
              <a:gd name="T28" fmla="*/ 222 w 443"/>
              <a:gd name="T29" fmla="*/ 370 h 442"/>
              <a:gd name="T30" fmla="*/ 72 w 443"/>
              <a:gd name="T31" fmla="*/ 221 h 442"/>
              <a:gd name="T32" fmla="*/ 73 w 443"/>
              <a:gd name="T33" fmla="*/ 208 h 442"/>
              <a:gd name="T34" fmla="*/ 74 w 443"/>
              <a:gd name="T35" fmla="*/ 204 h 442"/>
              <a:gd name="T36" fmla="*/ 75 w 443"/>
              <a:gd name="T37" fmla="*/ 193 h 442"/>
              <a:gd name="T38" fmla="*/ 76 w 443"/>
              <a:gd name="T39" fmla="*/ 188 h 442"/>
              <a:gd name="T40" fmla="*/ 78 w 443"/>
              <a:gd name="T41" fmla="*/ 180 h 442"/>
              <a:gd name="T42" fmla="*/ 80 w 443"/>
              <a:gd name="T43" fmla="*/ 173 h 442"/>
              <a:gd name="T44" fmla="*/ 82 w 443"/>
              <a:gd name="T45" fmla="*/ 169 h 442"/>
              <a:gd name="T46" fmla="*/ 88 w 443"/>
              <a:gd name="T47" fmla="*/ 155 h 442"/>
              <a:gd name="T48" fmla="*/ 88 w 443"/>
              <a:gd name="T49" fmla="*/ 154 h 442"/>
              <a:gd name="T50" fmla="*/ 93 w 443"/>
              <a:gd name="T51" fmla="*/ 146 h 442"/>
              <a:gd name="T52" fmla="*/ 297 w 443"/>
              <a:gd name="T53" fmla="*/ 349 h 442"/>
              <a:gd name="T54" fmla="*/ 288 w 443"/>
              <a:gd name="T55" fmla="*/ 354 h 442"/>
              <a:gd name="T56" fmla="*/ 370 w 443"/>
              <a:gd name="T57" fmla="*/ 234 h 442"/>
              <a:gd name="T58" fmla="*/ 370 w 443"/>
              <a:gd name="T59" fmla="*/ 238 h 442"/>
              <a:gd name="T60" fmla="*/ 368 w 443"/>
              <a:gd name="T61" fmla="*/ 249 h 442"/>
              <a:gd name="T62" fmla="*/ 367 w 443"/>
              <a:gd name="T63" fmla="*/ 254 h 442"/>
              <a:gd name="T64" fmla="*/ 365 w 443"/>
              <a:gd name="T65" fmla="*/ 262 h 442"/>
              <a:gd name="T66" fmla="*/ 363 w 443"/>
              <a:gd name="T67" fmla="*/ 269 h 442"/>
              <a:gd name="T68" fmla="*/ 361 w 443"/>
              <a:gd name="T69" fmla="*/ 273 h 442"/>
              <a:gd name="T70" fmla="*/ 355 w 443"/>
              <a:gd name="T71" fmla="*/ 287 h 442"/>
              <a:gd name="T72" fmla="*/ 355 w 443"/>
              <a:gd name="T73" fmla="*/ 288 h 442"/>
              <a:gd name="T74" fmla="*/ 350 w 443"/>
              <a:gd name="T75" fmla="*/ 296 h 442"/>
              <a:gd name="T76" fmla="*/ 146 w 443"/>
              <a:gd name="T77" fmla="*/ 92 h 442"/>
              <a:gd name="T78" fmla="*/ 155 w 443"/>
              <a:gd name="T79" fmla="*/ 88 h 442"/>
              <a:gd name="T80" fmla="*/ 155 w 443"/>
              <a:gd name="T81" fmla="*/ 88 h 442"/>
              <a:gd name="T82" fmla="*/ 170 w 443"/>
              <a:gd name="T83" fmla="*/ 81 h 442"/>
              <a:gd name="T84" fmla="*/ 174 w 443"/>
              <a:gd name="T85" fmla="*/ 80 h 442"/>
              <a:gd name="T86" fmla="*/ 180 w 443"/>
              <a:gd name="T87" fmla="*/ 78 h 442"/>
              <a:gd name="T88" fmla="*/ 188 w 443"/>
              <a:gd name="T89" fmla="*/ 76 h 442"/>
              <a:gd name="T90" fmla="*/ 194 w 443"/>
              <a:gd name="T91" fmla="*/ 74 h 442"/>
              <a:gd name="T92" fmla="*/ 204 w 443"/>
              <a:gd name="T93" fmla="*/ 73 h 442"/>
              <a:gd name="T94" fmla="*/ 208 w 443"/>
              <a:gd name="T95" fmla="*/ 72 h 442"/>
              <a:gd name="T96" fmla="*/ 222 w 443"/>
              <a:gd name="T97" fmla="*/ 72 h 442"/>
              <a:gd name="T98" fmla="*/ 371 w 443"/>
              <a:gd name="T99" fmla="*/ 221 h 442"/>
              <a:gd name="T100" fmla="*/ 370 w 443"/>
              <a:gd name="T101" fmla="*/ 234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43" h="442">
                <a:moveTo>
                  <a:pt x="222" y="0"/>
                </a:moveTo>
                <a:cubicBezTo>
                  <a:pt x="99" y="0"/>
                  <a:pt x="0" y="99"/>
                  <a:pt x="0" y="221"/>
                </a:cubicBezTo>
                <a:cubicBezTo>
                  <a:pt x="0" y="343"/>
                  <a:pt x="99" y="442"/>
                  <a:pt x="222" y="442"/>
                </a:cubicBezTo>
                <a:cubicBezTo>
                  <a:pt x="344" y="442"/>
                  <a:pt x="443" y="343"/>
                  <a:pt x="443" y="221"/>
                </a:cubicBezTo>
                <a:cubicBezTo>
                  <a:pt x="443" y="99"/>
                  <a:pt x="344" y="0"/>
                  <a:pt x="222" y="0"/>
                </a:cubicBezTo>
                <a:close/>
                <a:moveTo>
                  <a:pt x="288" y="354"/>
                </a:moveTo>
                <a:cubicBezTo>
                  <a:pt x="288" y="354"/>
                  <a:pt x="288" y="354"/>
                  <a:pt x="288" y="354"/>
                </a:cubicBezTo>
                <a:cubicBezTo>
                  <a:pt x="283" y="357"/>
                  <a:pt x="278" y="359"/>
                  <a:pt x="273" y="361"/>
                </a:cubicBezTo>
                <a:cubicBezTo>
                  <a:pt x="272" y="361"/>
                  <a:pt x="271" y="362"/>
                  <a:pt x="269" y="362"/>
                </a:cubicBezTo>
                <a:cubicBezTo>
                  <a:pt x="267" y="363"/>
                  <a:pt x="265" y="363"/>
                  <a:pt x="263" y="364"/>
                </a:cubicBezTo>
                <a:cubicBezTo>
                  <a:pt x="260" y="365"/>
                  <a:pt x="258" y="365"/>
                  <a:pt x="255" y="366"/>
                </a:cubicBezTo>
                <a:cubicBezTo>
                  <a:pt x="253" y="367"/>
                  <a:pt x="251" y="367"/>
                  <a:pt x="249" y="367"/>
                </a:cubicBezTo>
                <a:cubicBezTo>
                  <a:pt x="246" y="368"/>
                  <a:pt x="242" y="368"/>
                  <a:pt x="239" y="369"/>
                </a:cubicBezTo>
                <a:cubicBezTo>
                  <a:pt x="238" y="369"/>
                  <a:pt x="236" y="369"/>
                  <a:pt x="235" y="369"/>
                </a:cubicBezTo>
                <a:cubicBezTo>
                  <a:pt x="230" y="370"/>
                  <a:pt x="226" y="370"/>
                  <a:pt x="222" y="370"/>
                </a:cubicBezTo>
                <a:cubicBezTo>
                  <a:pt x="139" y="370"/>
                  <a:pt x="72" y="303"/>
                  <a:pt x="72" y="221"/>
                </a:cubicBezTo>
                <a:cubicBezTo>
                  <a:pt x="72" y="216"/>
                  <a:pt x="73" y="212"/>
                  <a:pt x="73" y="208"/>
                </a:cubicBezTo>
                <a:cubicBezTo>
                  <a:pt x="73" y="206"/>
                  <a:pt x="73" y="205"/>
                  <a:pt x="74" y="204"/>
                </a:cubicBezTo>
                <a:cubicBezTo>
                  <a:pt x="74" y="200"/>
                  <a:pt x="75" y="197"/>
                  <a:pt x="75" y="193"/>
                </a:cubicBezTo>
                <a:cubicBezTo>
                  <a:pt x="76" y="191"/>
                  <a:pt x="76" y="189"/>
                  <a:pt x="76" y="188"/>
                </a:cubicBezTo>
                <a:cubicBezTo>
                  <a:pt x="77" y="185"/>
                  <a:pt x="78" y="182"/>
                  <a:pt x="78" y="180"/>
                </a:cubicBezTo>
                <a:cubicBezTo>
                  <a:pt x="79" y="177"/>
                  <a:pt x="80" y="175"/>
                  <a:pt x="80" y="173"/>
                </a:cubicBezTo>
                <a:cubicBezTo>
                  <a:pt x="81" y="172"/>
                  <a:pt x="81" y="171"/>
                  <a:pt x="82" y="169"/>
                </a:cubicBezTo>
                <a:cubicBezTo>
                  <a:pt x="84" y="164"/>
                  <a:pt x="86" y="159"/>
                  <a:pt x="88" y="155"/>
                </a:cubicBezTo>
                <a:cubicBezTo>
                  <a:pt x="88" y="154"/>
                  <a:pt x="88" y="154"/>
                  <a:pt x="88" y="154"/>
                </a:cubicBezTo>
                <a:cubicBezTo>
                  <a:pt x="90" y="151"/>
                  <a:pt x="91" y="148"/>
                  <a:pt x="93" y="146"/>
                </a:cubicBezTo>
                <a:cubicBezTo>
                  <a:pt x="297" y="349"/>
                  <a:pt x="297" y="349"/>
                  <a:pt x="297" y="349"/>
                </a:cubicBezTo>
                <a:cubicBezTo>
                  <a:pt x="294" y="351"/>
                  <a:pt x="291" y="353"/>
                  <a:pt x="288" y="354"/>
                </a:cubicBezTo>
                <a:close/>
                <a:moveTo>
                  <a:pt x="370" y="234"/>
                </a:moveTo>
                <a:cubicBezTo>
                  <a:pt x="370" y="236"/>
                  <a:pt x="370" y="237"/>
                  <a:pt x="370" y="238"/>
                </a:cubicBezTo>
                <a:cubicBezTo>
                  <a:pt x="369" y="242"/>
                  <a:pt x="369" y="245"/>
                  <a:pt x="368" y="249"/>
                </a:cubicBezTo>
                <a:cubicBezTo>
                  <a:pt x="368" y="250"/>
                  <a:pt x="367" y="252"/>
                  <a:pt x="367" y="254"/>
                </a:cubicBezTo>
                <a:cubicBezTo>
                  <a:pt x="366" y="257"/>
                  <a:pt x="366" y="259"/>
                  <a:pt x="365" y="262"/>
                </a:cubicBezTo>
                <a:cubicBezTo>
                  <a:pt x="364" y="264"/>
                  <a:pt x="363" y="266"/>
                  <a:pt x="363" y="269"/>
                </a:cubicBezTo>
                <a:cubicBezTo>
                  <a:pt x="362" y="270"/>
                  <a:pt x="362" y="271"/>
                  <a:pt x="361" y="273"/>
                </a:cubicBezTo>
                <a:cubicBezTo>
                  <a:pt x="359" y="278"/>
                  <a:pt x="357" y="282"/>
                  <a:pt x="355" y="287"/>
                </a:cubicBezTo>
                <a:cubicBezTo>
                  <a:pt x="355" y="287"/>
                  <a:pt x="355" y="288"/>
                  <a:pt x="355" y="288"/>
                </a:cubicBezTo>
                <a:cubicBezTo>
                  <a:pt x="353" y="291"/>
                  <a:pt x="352" y="293"/>
                  <a:pt x="350" y="296"/>
                </a:cubicBezTo>
                <a:cubicBezTo>
                  <a:pt x="146" y="92"/>
                  <a:pt x="146" y="92"/>
                  <a:pt x="146" y="92"/>
                </a:cubicBezTo>
                <a:cubicBezTo>
                  <a:pt x="149" y="91"/>
                  <a:pt x="152" y="89"/>
                  <a:pt x="155" y="88"/>
                </a:cubicBezTo>
                <a:cubicBezTo>
                  <a:pt x="155" y="88"/>
                  <a:pt x="155" y="88"/>
                  <a:pt x="155" y="88"/>
                </a:cubicBezTo>
                <a:cubicBezTo>
                  <a:pt x="160" y="85"/>
                  <a:pt x="165" y="83"/>
                  <a:pt x="170" y="81"/>
                </a:cubicBezTo>
                <a:cubicBezTo>
                  <a:pt x="171" y="81"/>
                  <a:pt x="172" y="80"/>
                  <a:pt x="174" y="80"/>
                </a:cubicBezTo>
                <a:cubicBezTo>
                  <a:pt x="176" y="79"/>
                  <a:pt x="178" y="78"/>
                  <a:pt x="180" y="78"/>
                </a:cubicBezTo>
                <a:cubicBezTo>
                  <a:pt x="183" y="77"/>
                  <a:pt x="186" y="76"/>
                  <a:pt x="188" y="76"/>
                </a:cubicBezTo>
                <a:cubicBezTo>
                  <a:pt x="190" y="75"/>
                  <a:pt x="192" y="75"/>
                  <a:pt x="194" y="74"/>
                </a:cubicBezTo>
                <a:cubicBezTo>
                  <a:pt x="197" y="74"/>
                  <a:pt x="201" y="73"/>
                  <a:pt x="204" y="73"/>
                </a:cubicBezTo>
                <a:cubicBezTo>
                  <a:pt x="206" y="73"/>
                  <a:pt x="207" y="73"/>
                  <a:pt x="208" y="72"/>
                </a:cubicBezTo>
                <a:cubicBezTo>
                  <a:pt x="213" y="72"/>
                  <a:pt x="217" y="72"/>
                  <a:pt x="222" y="72"/>
                </a:cubicBezTo>
                <a:cubicBezTo>
                  <a:pt x="304" y="72"/>
                  <a:pt x="371" y="139"/>
                  <a:pt x="371" y="221"/>
                </a:cubicBezTo>
                <a:cubicBezTo>
                  <a:pt x="371" y="225"/>
                  <a:pt x="370" y="230"/>
                  <a:pt x="370" y="234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x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94" name="Freeform 18"/>
          <p:cNvSpPr>
            <a:spLocks noEditPoints="1"/>
          </p:cNvSpPr>
          <p:nvPr/>
        </p:nvSpPr>
        <p:spPr bwMode="auto">
          <a:xfrm>
            <a:off x="5926205" y="4896405"/>
            <a:ext cx="353483" cy="356659"/>
          </a:xfrm>
          <a:custGeom>
            <a:avLst/>
            <a:gdLst>
              <a:gd name="T0" fmla="*/ 222 w 443"/>
              <a:gd name="T1" fmla="*/ 0 h 442"/>
              <a:gd name="T2" fmla="*/ 0 w 443"/>
              <a:gd name="T3" fmla="*/ 221 h 442"/>
              <a:gd name="T4" fmla="*/ 222 w 443"/>
              <a:gd name="T5" fmla="*/ 442 h 442"/>
              <a:gd name="T6" fmla="*/ 443 w 443"/>
              <a:gd name="T7" fmla="*/ 221 h 442"/>
              <a:gd name="T8" fmla="*/ 222 w 443"/>
              <a:gd name="T9" fmla="*/ 0 h 442"/>
              <a:gd name="T10" fmla="*/ 288 w 443"/>
              <a:gd name="T11" fmla="*/ 354 h 442"/>
              <a:gd name="T12" fmla="*/ 288 w 443"/>
              <a:gd name="T13" fmla="*/ 354 h 442"/>
              <a:gd name="T14" fmla="*/ 273 w 443"/>
              <a:gd name="T15" fmla="*/ 361 h 442"/>
              <a:gd name="T16" fmla="*/ 269 w 443"/>
              <a:gd name="T17" fmla="*/ 362 h 442"/>
              <a:gd name="T18" fmla="*/ 263 w 443"/>
              <a:gd name="T19" fmla="*/ 364 h 442"/>
              <a:gd name="T20" fmla="*/ 255 w 443"/>
              <a:gd name="T21" fmla="*/ 366 h 442"/>
              <a:gd name="T22" fmla="*/ 249 w 443"/>
              <a:gd name="T23" fmla="*/ 367 h 442"/>
              <a:gd name="T24" fmla="*/ 239 w 443"/>
              <a:gd name="T25" fmla="*/ 369 h 442"/>
              <a:gd name="T26" fmla="*/ 235 w 443"/>
              <a:gd name="T27" fmla="*/ 369 h 442"/>
              <a:gd name="T28" fmla="*/ 222 w 443"/>
              <a:gd name="T29" fmla="*/ 370 h 442"/>
              <a:gd name="T30" fmla="*/ 72 w 443"/>
              <a:gd name="T31" fmla="*/ 221 h 442"/>
              <a:gd name="T32" fmla="*/ 73 w 443"/>
              <a:gd name="T33" fmla="*/ 208 h 442"/>
              <a:gd name="T34" fmla="*/ 74 w 443"/>
              <a:gd name="T35" fmla="*/ 204 h 442"/>
              <a:gd name="T36" fmla="*/ 75 w 443"/>
              <a:gd name="T37" fmla="*/ 193 h 442"/>
              <a:gd name="T38" fmla="*/ 76 w 443"/>
              <a:gd name="T39" fmla="*/ 188 h 442"/>
              <a:gd name="T40" fmla="*/ 78 w 443"/>
              <a:gd name="T41" fmla="*/ 180 h 442"/>
              <a:gd name="T42" fmla="*/ 80 w 443"/>
              <a:gd name="T43" fmla="*/ 173 h 442"/>
              <a:gd name="T44" fmla="*/ 82 w 443"/>
              <a:gd name="T45" fmla="*/ 169 h 442"/>
              <a:gd name="T46" fmla="*/ 88 w 443"/>
              <a:gd name="T47" fmla="*/ 155 h 442"/>
              <a:gd name="T48" fmla="*/ 88 w 443"/>
              <a:gd name="T49" fmla="*/ 154 h 442"/>
              <a:gd name="T50" fmla="*/ 93 w 443"/>
              <a:gd name="T51" fmla="*/ 146 h 442"/>
              <a:gd name="T52" fmla="*/ 297 w 443"/>
              <a:gd name="T53" fmla="*/ 349 h 442"/>
              <a:gd name="T54" fmla="*/ 288 w 443"/>
              <a:gd name="T55" fmla="*/ 354 h 442"/>
              <a:gd name="T56" fmla="*/ 370 w 443"/>
              <a:gd name="T57" fmla="*/ 234 h 442"/>
              <a:gd name="T58" fmla="*/ 370 w 443"/>
              <a:gd name="T59" fmla="*/ 238 h 442"/>
              <a:gd name="T60" fmla="*/ 368 w 443"/>
              <a:gd name="T61" fmla="*/ 249 h 442"/>
              <a:gd name="T62" fmla="*/ 367 w 443"/>
              <a:gd name="T63" fmla="*/ 254 h 442"/>
              <a:gd name="T64" fmla="*/ 365 w 443"/>
              <a:gd name="T65" fmla="*/ 262 h 442"/>
              <a:gd name="T66" fmla="*/ 363 w 443"/>
              <a:gd name="T67" fmla="*/ 269 h 442"/>
              <a:gd name="T68" fmla="*/ 361 w 443"/>
              <a:gd name="T69" fmla="*/ 273 h 442"/>
              <a:gd name="T70" fmla="*/ 355 w 443"/>
              <a:gd name="T71" fmla="*/ 287 h 442"/>
              <a:gd name="T72" fmla="*/ 355 w 443"/>
              <a:gd name="T73" fmla="*/ 288 h 442"/>
              <a:gd name="T74" fmla="*/ 350 w 443"/>
              <a:gd name="T75" fmla="*/ 296 h 442"/>
              <a:gd name="T76" fmla="*/ 146 w 443"/>
              <a:gd name="T77" fmla="*/ 92 h 442"/>
              <a:gd name="T78" fmla="*/ 155 w 443"/>
              <a:gd name="T79" fmla="*/ 88 h 442"/>
              <a:gd name="T80" fmla="*/ 155 w 443"/>
              <a:gd name="T81" fmla="*/ 88 h 442"/>
              <a:gd name="T82" fmla="*/ 170 w 443"/>
              <a:gd name="T83" fmla="*/ 81 h 442"/>
              <a:gd name="T84" fmla="*/ 174 w 443"/>
              <a:gd name="T85" fmla="*/ 80 h 442"/>
              <a:gd name="T86" fmla="*/ 180 w 443"/>
              <a:gd name="T87" fmla="*/ 78 h 442"/>
              <a:gd name="T88" fmla="*/ 188 w 443"/>
              <a:gd name="T89" fmla="*/ 76 h 442"/>
              <a:gd name="T90" fmla="*/ 194 w 443"/>
              <a:gd name="T91" fmla="*/ 74 h 442"/>
              <a:gd name="T92" fmla="*/ 204 w 443"/>
              <a:gd name="T93" fmla="*/ 73 h 442"/>
              <a:gd name="T94" fmla="*/ 208 w 443"/>
              <a:gd name="T95" fmla="*/ 72 h 442"/>
              <a:gd name="T96" fmla="*/ 222 w 443"/>
              <a:gd name="T97" fmla="*/ 72 h 442"/>
              <a:gd name="T98" fmla="*/ 371 w 443"/>
              <a:gd name="T99" fmla="*/ 221 h 442"/>
              <a:gd name="T100" fmla="*/ 370 w 443"/>
              <a:gd name="T101" fmla="*/ 234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43" h="442">
                <a:moveTo>
                  <a:pt x="222" y="0"/>
                </a:moveTo>
                <a:cubicBezTo>
                  <a:pt x="99" y="0"/>
                  <a:pt x="0" y="99"/>
                  <a:pt x="0" y="221"/>
                </a:cubicBezTo>
                <a:cubicBezTo>
                  <a:pt x="0" y="343"/>
                  <a:pt x="99" y="442"/>
                  <a:pt x="222" y="442"/>
                </a:cubicBezTo>
                <a:cubicBezTo>
                  <a:pt x="344" y="442"/>
                  <a:pt x="443" y="343"/>
                  <a:pt x="443" y="221"/>
                </a:cubicBezTo>
                <a:cubicBezTo>
                  <a:pt x="443" y="99"/>
                  <a:pt x="344" y="0"/>
                  <a:pt x="222" y="0"/>
                </a:cubicBezTo>
                <a:close/>
                <a:moveTo>
                  <a:pt x="288" y="354"/>
                </a:moveTo>
                <a:cubicBezTo>
                  <a:pt x="288" y="354"/>
                  <a:pt x="288" y="354"/>
                  <a:pt x="288" y="354"/>
                </a:cubicBezTo>
                <a:cubicBezTo>
                  <a:pt x="283" y="357"/>
                  <a:pt x="278" y="359"/>
                  <a:pt x="273" y="361"/>
                </a:cubicBezTo>
                <a:cubicBezTo>
                  <a:pt x="272" y="361"/>
                  <a:pt x="271" y="362"/>
                  <a:pt x="269" y="362"/>
                </a:cubicBezTo>
                <a:cubicBezTo>
                  <a:pt x="267" y="363"/>
                  <a:pt x="265" y="363"/>
                  <a:pt x="263" y="364"/>
                </a:cubicBezTo>
                <a:cubicBezTo>
                  <a:pt x="260" y="365"/>
                  <a:pt x="258" y="365"/>
                  <a:pt x="255" y="366"/>
                </a:cubicBezTo>
                <a:cubicBezTo>
                  <a:pt x="253" y="367"/>
                  <a:pt x="251" y="367"/>
                  <a:pt x="249" y="367"/>
                </a:cubicBezTo>
                <a:cubicBezTo>
                  <a:pt x="246" y="368"/>
                  <a:pt x="242" y="368"/>
                  <a:pt x="239" y="369"/>
                </a:cubicBezTo>
                <a:cubicBezTo>
                  <a:pt x="238" y="369"/>
                  <a:pt x="236" y="369"/>
                  <a:pt x="235" y="369"/>
                </a:cubicBezTo>
                <a:cubicBezTo>
                  <a:pt x="230" y="370"/>
                  <a:pt x="226" y="370"/>
                  <a:pt x="222" y="370"/>
                </a:cubicBezTo>
                <a:cubicBezTo>
                  <a:pt x="139" y="370"/>
                  <a:pt x="72" y="303"/>
                  <a:pt x="72" y="221"/>
                </a:cubicBezTo>
                <a:cubicBezTo>
                  <a:pt x="72" y="216"/>
                  <a:pt x="73" y="212"/>
                  <a:pt x="73" y="208"/>
                </a:cubicBezTo>
                <a:cubicBezTo>
                  <a:pt x="73" y="206"/>
                  <a:pt x="73" y="205"/>
                  <a:pt x="74" y="204"/>
                </a:cubicBezTo>
                <a:cubicBezTo>
                  <a:pt x="74" y="200"/>
                  <a:pt x="75" y="197"/>
                  <a:pt x="75" y="193"/>
                </a:cubicBezTo>
                <a:cubicBezTo>
                  <a:pt x="76" y="191"/>
                  <a:pt x="76" y="189"/>
                  <a:pt x="76" y="188"/>
                </a:cubicBezTo>
                <a:cubicBezTo>
                  <a:pt x="77" y="185"/>
                  <a:pt x="78" y="182"/>
                  <a:pt x="78" y="180"/>
                </a:cubicBezTo>
                <a:cubicBezTo>
                  <a:pt x="79" y="177"/>
                  <a:pt x="80" y="175"/>
                  <a:pt x="80" y="173"/>
                </a:cubicBezTo>
                <a:cubicBezTo>
                  <a:pt x="81" y="172"/>
                  <a:pt x="81" y="171"/>
                  <a:pt x="82" y="169"/>
                </a:cubicBezTo>
                <a:cubicBezTo>
                  <a:pt x="84" y="164"/>
                  <a:pt x="86" y="159"/>
                  <a:pt x="88" y="155"/>
                </a:cubicBezTo>
                <a:cubicBezTo>
                  <a:pt x="88" y="154"/>
                  <a:pt x="88" y="154"/>
                  <a:pt x="88" y="154"/>
                </a:cubicBezTo>
                <a:cubicBezTo>
                  <a:pt x="90" y="151"/>
                  <a:pt x="91" y="148"/>
                  <a:pt x="93" y="146"/>
                </a:cubicBezTo>
                <a:cubicBezTo>
                  <a:pt x="297" y="349"/>
                  <a:pt x="297" y="349"/>
                  <a:pt x="297" y="349"/>
                </a:cubicBezTo>
                <a:cubicBezTo>
                  <a:pt x="294" y="351"/>
                  <a:pt x="291" y="353"/>
                  <a:pt x="288" y="354"/>
                </a:cubicBezTo>
                <a:close/>
                <a:moveTo>
                  <a:pt x="370" y="234"/>
                </a:moveTo>
                <a:cubicBezTo>
                  <a:pt x="370" y="236"/>
                  <a:pt x="370" y="237"/>
                  <a:pt x="370" y="238"/>
                </a:cubicBezTo>
                <a:cubicBezTo>
                  <a:pt x="369" y="242"/>
                  <a:pt x="369" y="245"/>
                  <a:pt x="368" y="249"/>
                </a:cubicBezTo>
                <a:cubicBezTo>
                  <a:pt x="368" y="250"/>
                  <a:pt x="367" y="252"/>
                  <a:pt x="367" y="254"/>
                </a:cubicBezTo>
                <a:cubicBezTo>
                  <a:pt x="366" y="257"/>
                  <a:pt x="366" y="259"/>
                  <a:pt x="365" y="262"/>
                </a:cubicBezTo>
                <a:cubicBezTo>
                  <a:pt x="364" y="264"/>
                  <a:pt x="363" y="266"/>
                  <a:pt x="363" y="269"/>
                </a:cubicBezTo>
                <a:cubicBezTo>
                  <a:pt x="362" y="270"/>
                  <a:pt x="362" y="271"/>
                  <a:pt x="361" y="273"/>
                </a:cubicBezTo>
                <a:cubicBezTo>
                  <a:pt x="359" y="278"/>
                  <a:pt x="357" y="282"/>
                  <a:pt x="355" y="287"/>
                </a:cubicBezTo>
                <a:cubicBezTo>
                  <a:pt x="355" y="287"/>
                  <a:pt x="355" y="288"/>
                  <a:pt x="355" y="288"/>
                </a:cubicBezTo>
                <a:cubicBezTo>
                  <a:pt x="353" y="291"/>
                  <a:pt x="352" y="293"/>
                  <a:pt x="350" y="296"/>
                </a:cubicBezTo>
                <a:cubicBezTo>
                  <a:pt x="146" y="92"/>
                  <a:pt x="146" y="92"/>
                  <a:pt x="146" y="92"/>
                </a:cubicBezTo>
                <a:cubicBezTo>
                  <a:pt x="149" y="91"/>
                  <a:pt x="152" y="89"/>
                  <a:pt x="155" y="88"/>
                </a:cubicBezTo>
                <a:cubicBezTo>
                  <a:pt x="155" y="88"/>
                  <a:pt x="155" y="88"/>
                  <a:pt x="155" y="88"/>
                </a:cubicBezTo>
                <a:cubicBezTo>
                  <a:pt x="160" y="85"/>
                  <a:pt x="165" y="83"/>
                  <a:pt x="170" y="81"/>
                </a:cubicBezTo>
                <a:cubicBezTo>
                  <a:pt x="171" y="81"/>
                  <a:pt x="172" y="80"/>
                  <a:pt x="174" y="80"/>
                </a:cubicBezTo>
                <a:cubicBezTo>
                  <a:pt x="176" y="79"/>
                  <a:pt x="178" y="78"/>
                  <a:pt x="180" y="78"/>
                </a:cubicBezTo>
                <a:cubicBezTo>
                  <a:pt x="183" y="77"/>
                  <a:pt x="186" y="76"/>
                  <a:pt x="188" y="76"/>
                </a:cubicBezTo>
                <a:cubicBezTo>
                  <a:pt x="190" y="75"/>
                  <a:pt x="192" y="75"/>
                  <a:pt x="194" y="74"/>
                </a:cubicBezTo>
                <a:cubicBezTo>
                  <a:pt x="197" y="74"/>
                  <a:pt x="201" y="73"/>
                  <a:pt x="204" y="73"/>
                </a:cubicBezTo>
                <a:cubicBezTo>
                  <a:pt x="206" y="73"/>
                  <a:pt x="207" y="73"/>
                  <a:pt x="208" y="72"/>
                </a:cubicBezTo>
                <a:cubicBezTo>
                  <a:pt x="213" y="72"/>
                  <a:pt x="217" y="72"/>
                  <a:pt x="222" y="72"/>
                </a:cubicBezTo>
                <a:cubicBezTo>
                  <a:pt x="304" y="72"/>
                  <a:pt x="371" y="139"/>
                  <a:pt x="371" y="221"/>
                </a:cubicBezTo>
                <a:cubicBezTo>
                  <a:pt x="371" y="225"/>
                  <a:pt x="370" y="230"/>
                  <a:pt x="370" y="234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xtLst/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95" name="Freeform 5"/>
          <p:cNvSpPr>
            <a:spLocks noEditPoints="1"/>
          </p:cNvSpPr>
          <p:nvPr/>
        </p:nvSpPr>
        <p:spPr bwMode="auto">
          <a:xfrm>
            <a:off x="10436105" y="4903683"/>
            <a:ext cx="346265" cy="325968"/>
          </a:xfrm>
          <a:custGeom>
            <a:avLst/>
            <a:gdLst/>
            <a:ahLst/>
            <a:cxnLst>
              <a:cxn ang="0">
                <a:pos x="211" y="7"/>
              </a:cxn>
              <a:cxn ang="0">
                <a:pos x="205" y="0"/>
              </a:cxn>
              <a:cxn ang="0">
                <a:pos x="175" y="20"/>
              </a:cxn>
              <a:cxn ang="0">
                <a:pos x="172" y="19"/>
              </a:cxn>
              <a:cxn ang="0">
                <a:pos x="5" y="19"/>
              </a:cxn>
              <a:cxn ang="0">
                <a:pos x="0" y="24"/>
              </a:cxn>
              <a:cxn ang="0">
                <a:pos x="0" y="192"/>
              </a:cxn>
              <a:cxn ang="0">
                <a:pos x="5" y="197"/>
              </a:cxn>
              <a:cxn ang="0">
                <a:pos x="172" y="197"/>
              </a:cxn>
              <a:cxn ang="0">
                <a:pos x="178" y="192"/>
              </a:cxn>
              <a:cxn ang="0">
                <a:pos x="178" y="37"/>
              </a:cxn>
              <a:cxn ang="0">
                <a:pos x="211" y="7"/>
              </a:cxn>
              <a:cxn ang="0">
                <a:pos x="162" y="30"/>
              </a:cxn>
              <a:cxn ang="0">
                <a:pos x="128" y="62"/>
              </a:cxn>
              <a:cxn ang="0">
                <a:pos x="63" y="144"/>
              </a:cxn>
              <a:cxn ang="0">
                <a:pos x="59" y="134"/>
              </a:cxn>
              <a:cxn ang="0">
                <a:pos x="33" y="103"/>
              </a:cxn>
              <a:cxn ang="0">
                <a:pos x="11" y="113"/>
              </a:cxn>
              <a:cxn ang="0">
                <a:pos x="11" y="30"/>
              </a:cxn>
              <a:cxn ang="0">
                <a:pos x="162" y="30"/>
              </a:cxn>
              <a:cxn ang="0">
                <a:pos x="11" y="124"/>
              </a:cxn>
              <a:cxn ang="0">
                <a:pos x="21" y="133"/>
              </a:cxn>
              <a:cxn ang="0">
                <a:pos x="37" y="164"/>
              </a:cxn>
              <a:cxn ang="0">
                <a:pos x="42" y="174"/>
              </a:cxn>
              <a:cxn ang="0">
                <a:pos x="46" y="186"/>
              </a:cxn>
              <a:cxn ang="0">
                <a:pos x="11" y="186"/>
              </a:cxn>
              <a:cxn ang="0">
                <a:pos x="11" y="124"/>
              </a:cxn>
              <a:cxn ang="0">
                <a:pos x="166" y="186"/>
              </a:cxn>
              <a:cxn ang="0">
                <a:pos x="64" y="186"/>
              </a:cxn>
              <a:cxn ang="0">
                <a:pos x="69" y="183"/>
              </a:cxn>
              <a:cxn ang="0">
                <a:pos x="80" y="175"/>
              </a:cxn>
              <a:cxn ang="0">
                <a:pos x="140" y="82"/>
              </a:cxn>
              <a:cxn ang="0">
                <a:pos x="166" y="50"/>
              </a:cxn>
              <a:cxn ang="0">
                <a:pos x="166" y="186"/>
              </a:cxn>
            </a:cxnLst>
            <a:rect l="0" t="0" r="r" b="b"/>
            <a:pathLst>
              <a:path w="211" h="197">
                <a:moveTo>
                  <a:pt x="211" y="7"/>
                </a:moveTo>
                <a:cubicBezTo>
                  <a:pt x="205" y="0"/>
                  <a:pt x="205" y="0"/>
                  <a:pt x="205" y="0"/>
                </a:cubicBezTo>
                <a:cubicBezTo>
                  <a:pt x="196" y="6"/>
                  <a:pt x="185" y="12"/>
                  <a:pt x="175" y="20"/>
                </a:cubicBezTo>
                <a:cubicBezTo>
                  <a:pt x="174" y="19"/>
                  <a:pt x="173" y="19"/>
                  <a:pt x="172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2" y="19"/>
                  <a:pt x="0" y="21"/>
                  <a:pt x="0" y="24"/>
                </a:cubicBezTo>
                <a:cubicBezTo>
                  <a:pt x="0" y="192"/>
                  <a:pt x="0" y="192"/>
                  <a:pt x="0" y="192"/>
                </a:cubicBezTo>
                <a:cubicBezTo>
                  <a:pt x="0" y="195"/>
                  <a:pt x="2" y="197"/>
                  <a:pt x="5" y="197"/>
                </a:cubicBezTo>
                <a:cubicBezTo>
                  <a:pt x="172" y="197"/>
                  <a:pt x="172" y="197"/>
                  <a:pt x="172" y="197"/>
                </a:cubicBezTo>
                <a:cubicBezTo>
                  <a:pt x="175" y="197"/>
                  <a:pt x="178" y="195"/>
                  <a:pt x="178" y="192"/>
                </a:cubicBezTo>
                <a:cubicBezTo>
                  <a:pt x="178" y="37"/>
                  <a:pt x="178" y="37"/>
                  <a:pt x="178" y="37"/>
                </a:cubicBezTo>
                <a:cubicBezTo>
                  <a:pt x="189" y="25"/>
                  <a:pt x="200" y="15"/>
                  <a:pt x="211" y="7"/>
                </a:cubicBezTo>
                <a:close/>
                <a:moveTo>
                  <a:pt x="162" y="30"/>
                </a:moveTo>
                <a:cubicBezTo>
                  <a:pt x="151" y="39"/>
                  <a:pt x="140" y="50"/>
                  <a:pt x="128" y="62"/>
                </a:cubicBezTo>
                <a:cubicBezTo>
                  <a:pt x="102" y="88"/>
                  <a:pt x="80" y="116"/>
                  <a:pt x="63" y="144"/>
                </a:cubicBezTo>
                <a:cubicBezTo>
                  <a:pt x="59" y="134"/>
                  <a:pt x="59" y="134"/>
                  <a:pt x="59" y="134"/>
                </a:cubicBezTo>
                <a:cubicBezTo>
                  <a:pt x="49" y="113"/>
                  <a:pt x="41" y="103"/>
                  <a:pt x="33" y="103"/>
                </a:cubicBezTo>
                <a:cubicBezTo>
                  <a:pt x="26" y="103"/>
                  <a:pt x="19" y="106"/>
                  <a:pt x="11" y="113"/>
                </a:cubicBezTo>
                <a:cubicBezTo>
                  <a:pt x="11" y="30"/>
                  <a:pt x="11" y="30"/>
                  <a:pt x="11" y="30"/>
                </a:cubicBezTo>
                <a:lnTo>
                  <a:pt x="162" y="30"/>
                </a:lnTo>
                <a:close/>
                <a:moveTo>
                  <a:pt x="11" y="124"/>
                </a:moveTo>
                <a:cubicBezTo>
                  <a:pt x="14" y="126"/>
                  <a:pt x="18" y="129"/>
                  <a:pt x="21" y="133"/>
                </a:cubicBezTo>
                <a:cubicBezTo>
                  <a:pt x="26" y="140"/>
                  <a:pt x="31" y="150"/>
                  <a:pt x="37" y="164"/>
                </a:cubicBezTo>
                <a:cubicBezTo>
                  <a:pt x="42" y="174"/>
                  <a:pt x="42" y="174"/>
                  <a:pt x="42" y="174"/>
                </a:cubicBezTo>
                <a:cubicBezTo>
                  <a:pt x="43" y="178"/>
                  <a:pt x="45" y="182"/>
                  <a:pt x="46" y="186"/>
                </a:cubicBezTo>
                <a:cubicBezTo>
                  <a:pt x="11" y="186"/>
                  <a:pt x="11" y="186"/>
                  <a:pt x="11" y="186"/>
                </a:cubicBezTo>
                <a:lnTo>
                  <a:pt x="11" y="124"/>
                </a:lnTo>
                <a:close/>
                <a:moveTo>
                  <a:pt x="166" y="186"/>
                </a:moveTo>
                <a:cubicBezTo>
                  <a:pt x="64" y="186"/>
                  <a:pt x="64" y="186"/>
                  <a:pt x="64" y="186"/>
                </a:cubicBezTo>
                <a:cubicBezTo>
                  <a:pt x="65" y="185"/>
                  <a:pt x="67" y="184"/>
                  <a:pt x="69" y="183"/>
                </a:cubicBezTo>
                <a:cubicBezTo>
                  <a:pt x="80" y="175"/>
                  <a:pt x="80" y="175"/>
                  <a:pt x="80" y="175"/>
                </a:cubicBezTo>
                <a:cubicBezTo>
                  <a:pt x="94" y="146"/>
                  <a:pt x="113" y="115"/>
                  <a:pt x="140" y="82"/>
                </a:cubicBezTo>
                <a:cubicBezTo>
                  <a:pt x="149" y="70"/>
                  <a:pt x="158" y="59"/>
                  <a:pt x="166" y="50"/>
                </a:cubicBezTo>
                <a:lnTo>
                  <a:pt x="166" y="186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914377"/>
            <a:endParaRPr lang="en-US">
              <a:solidFill>
                <a:srgbClr val="535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21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9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1"/>
          </p:nvPr>
        </p:nvSpPr>
        <p:spPr/>
        <p:txBody>
          <a:bodyPr/>
          <a:lstStyle/>
          <a:p>
            <a:r>
              <a:rPr lang="en-US" dirty="0"/>
              <a:t>Early Pay fulfills a distinct need among other American Express products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Pay alongside other American Express products.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5D635C-74C5-954D-B8FA-D6EBC712201A}"/>
              </a:ext>
            </a:extLst>
          </p:cNvPr>
          <p:cNvSpPr/>
          <p:nvPr/>
        </p:nvSpPr>
        <p:spPr>
          <a:xfrm>
            <a:off x="2418229" y="3472171"/>
            <a:ext cx="1950720" cy="975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D6A65130-691D-1D4B-B765-3A2C66B8D92B}"/>
              </a:ext>
            </a:extLst>
          </p:cNvPr>
          <p:cNvSpPr/>
          <p:nvPr/>
        </p:nvSpPr>
        <p:spPr>
          <a:xfrm>
            <a:off x="1275146" y="5467032"/>
            <a:ext cx="1047069" cy="344171"/>
          </a:xfrm>
          <a:custGeom>
            <a:avLst/>
            <a:gdLst/>
            <a:ahLst/>
            <a:cxnLst/>
            <a:rect l="l" t="t" r="r" b="b"/>
            <a:pathLst>
              <a:path w="4286250" h="344170">
                <a:moveTo>
                  <a:pt x="0" y="0"/>
                </a:moveTo>
                <a:lnTo>
                  <a:pt x="4285691" y="0"/>
                </a:lnTo>
                <a:lnTo>
                  <a:pt x="4285691" y="343750"/>
                </a:lnTo>
                <a:lnTo>
                  <a:pt x="0" y="34375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BE6AECDD-76A1-444F-A033-D90270F2A232}"/>
              </a:ext>
            </a:extLst>
          </p:cNvPr>
          <p:cNvSpPr/>
          <p:nvPr/>
        </p:nvSpPr>
        <p:spPr>
          <a:xfrm>
            <a:off x="1285657" y="1723285"/>
            <a:ext cx="0" cy="3743960"/>
          </a:xfrm>
          <a:custGeom>
            <a:avLst/>
            <a:gdLst/>
            <a:ahLst/>
            <a:cxnLst/>
            <a:rect l="l" t="t" r="r" b="b"/>
            <a:pathLst>
              <a:path h="3743960">
                <a:moveTo>
                  <a:pt x="0" y="3743744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BE3BCC4-F39B-E140-AD49-C7755CD2F910}"/>
              </a:ext>
            </a:extLst>
          </p:cNvPr>
          <p:cNvSpPr txBox="1"/>
          <p:nvPr/>
        </p:nvSpPr>
        <p:spPr>
          <a:xfrm>
            <a:off x="1016000" y="1723286"/>
            <a:ext cx="153888" cy="37437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algn="ctr" defTabSz="914377">
              <a:lnSpc>
                <a:spcPts val="1240"/>
              </a:lnSpc>
            </a:pPr>
            <a:r>
              <a:rPr sz="1200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Dollar Spend</a:t>
            </a:r>
            <a:endParaRPr sz="1200" dirty="0">
              <a:solidFill>
                <a:srgbClr val="53565A"/>
              </a:solidFill>
              <a:latin typeface="BentonSans" charset="0"/>
              <a:ea typeface="BentonSans" charset="0"/>
              <a:cs typeface="BentonSans" charset="0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6A8659F2-13AB-A142-B217-111AC637AE7E}"/>
              </a:ext>
            </a:extLst>
          </p:cNvPr>
          <p:cNvSpPr/>
          <p:nvPr/>
        </p:nvSpPr>
        <p:spPr>
          <a:xfrm>
            <a:off x="2322216" y="5467032"/>
            <a:ext cx="4134841" cy="344171"/>
          </a:xfrm>
          <a:custGeom>
            <a:avLst/>
            <a:gdLst/>
            <a:ahLst/>
            <a:cxnLst/>
            <a:rect l="l" t="t" r="r" b="b"/>
            <a:pathLst>
              <a:path w="4286250" h="344170">
                <a:moveTo>
                  <a:pt x="0" y="0"/>
                </a:moveTo>
                <a:lnTo>
                  <a:pt x="4285691" y="0"/>
                </a:lnTo>
                <a:lnTo>
                  <a:pt x="4285691" y="343750"/>
                </a:lnTo>
                <a:lnTo>
                  <a:pt x="0" y="3437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13" name="object 32">
            <a:extLst>
              <a:ext uri="{FF2B5EF4-FFF2-40B4-BE49-F238E27FC236}">
                <a16:creationId xmlns:a16="http://schemas.microsoft.com/office/drawing/2014/main" id="{B76BA3CD-7769-FB4F-B397-D6B3C53C30D8}"/>
              </a:ext>
            </a:extLst>
          </p:cNvPr>
          <p:cNvSpPr/>
          <p:nvPr/>
        </p:nvSpPr>
        <p:spPr>
          <a:xfrm>
            <a:off x="1347269" y="1768919"/>
            <a:ext cx="9795567" cy="3619500"/>
          </a:xfrm>
          <a:custGeom>
            <a:avLst/>
            <a:gdLst/>
            <a:ahLst/>
            <a:cxnLst/>
            <a:rect l="l" t="t" r="r" b="b"/>
            <a:pathLst>
              <a:path w="7598409" h="3619500">
                <a:moveTo>
                  <a:pt x="7598384" y="3619246"/>
                </a:moveTo>
                <a:lnTo>
                  <a:pt x="7529126" y="3616916"/>
                </a:lnTo>
                <a:lnTo>
                  <a:pt x="7456639" y="3614637"/>
                </a:lnTo>
                <a:lnTo>
                  <a:pt x="7381038" y="3612389"/>
                </a:lnTo>
                <a:lnTo>
                  <a:pt x="7342105" y="3611272"/>
                </a:lnTo>
                <a:lnTo>
                  <a:pt x="7302436" y="3610157"/>
                </a:lnTo>
                <a:lnTo>
                  <a:pt x="7262044" y="3609041"/>
                </a:lnTo>
                <a:lnTo>
                  <a:pt x="7220944" y="3607922"/>
                </a:lnTo>
                <a:lnTo>
                  <a:pt x="7179151" y="3606798"/>
                </a:lnTo>
                <a:lnTo>
                  <a:pt x="7136678" y="3605667"/>
                </a:lnTo>
                <a:lnTo>
                  <a:pt x="7093539" y="3604527"/>
                </a:lnTo>
                <a:lnTo>
                  <a:pt x="7049749" y="3603376"/>
                </a:lnTo>
                <a:lnTo>
                  <a:pt x="7005321" y="3602211"/>
                </a:lnTo>
                <a:lnTo>
                  <a:pt x="6960270" y="3601031"/>
                </a:lnTo>
                <a:lnTo>
                  <a:pt x="6914611" y="3599833"/>
                </a:lnTo>
                <a:lnTo>
                  <a:pt x="6868356" y="3598614"/>
                </a:lnTo>
                <a:lnTo>
                  <a:pt x="6821520" y="3597374"/>
                </a:lnTo>
                <a:lnTo>
                  <a:pt x="6774118" y="3596109"/>
                </a:lnTo>
                <a:lnTo>
                  <a:pt x="6726163" y="3594818"/>
                </a:lnTo>
                <a:lnTo>
                  <a:pt x="6677670" y="3593498"/>
                </a:lnTo>
                <a:lnTo>
                  <a:pt x="6628653" y="3592147"/>
                </a:lnTo>
                <a:lnTo>
                  <a:pt x="6579125" y="3590764"/>
                </a:lnTo>
                <a:lnTo>
                  <a:pt x="6529102" y="3589345"/>
                </a:lnTo>
                <a:lnTo>
                  <a:pt x="6478596" y="3587889"/>
                </a:lnTo>
                <a:lnTo>
                  <a:pt x="6427623" y="3586394"/>
                </a:lnTo>
                <a:lnTo>
                  <a:pt x="6376196" y="3584857"/>
                </a:lnTo>
                <a:lnTo>
                  <a:pt x="6324330" y="3583276"/>
                </a:lnTo>
                <a:lnTo>
                  <a:pt x="6272039" y="3581650"/>
                </a:lnTo>
                <a:lnTo>
                  <a:pt x="6219336" y="3579975"/>
                </a:lnTo>
                <a:lnTo>
                  <a:pt x="6166236" y="3578250"/>
                </a:lnTo>
                <a:lnTo>
                  <a:pt x="6112753" y="3576473"/>
                </a:lnTo>
                <a:lnTo>
                  <a:pt x="6058902" y="3574642"/>
                </a:lnTo>
                <a:lnTo>
                  <a:pt x="6004696" y="3572753"/>
                </a:lnTo>
                <a:lnTo>
                  <a:pt x="5950149" y="3570806"/>
                </a:lnTo>
                <a:lnTo>
                  <a:pt x="5895276" y="3568798"/>
                </a:lnTo>
                <a:lnTo>
                  <a:pt x="5840091" y="3566727"/>
                </a:lnTo>
                <a:lnTo>
                  <a:pt x="5784607" y="3564590"/>
                </a:lnTo>
                <a:lnTo>
                  <a:pt x="5728840" y="3562386"/>
                </a:lnTo>
                <a:lnTo>
                  <a:pt x="5672802" y="3560112"/>
                </a:lnTo>
                <a:lnTo>
                  <a:pt x="5616509" y="3557767"/>
                </a:lnTo>
                <a:lnTo>
                  <a:pt x="5559975" y="3555348"/>
                </a:lnTo>
                <a:lnTo>
                  <a:pt x="5503213" y="3552852"/>
                </a:lnTo>
                <a:lnTo>
                  <a:pt x="5446237" y="3550278"/>
                </a:lnTo>
                <a:lnTo>
                  <a:pt x="5389063" y="3547624"/>
                </a:lnTo>
                <a:lnTo>
                  <a:pt x="5331703" y="3544888"/>
                </a:lnTo>
                <a:lnTo>
                  <a:pt x="5274172" y="3542066"/>
                </a:lnTo>
                <a:lnTo>
                  <a:pt x="5216485" y="3539158"/>
                </a:lnTo>
                <a:lnTo>
                  <a:pt x="5158655" y="3536160"/>
                </a:lnTo>
                <a:lnTo>
                  <a:pt x="5100696" y="3533072"/>
                </a:lnTo>
                <a:lnTo>
                  <a:pt x="5042623" y="3529890"/>
                </a:lnTo>
                <a:lnTo>
                  <a:pt x="4984450" y="3526613"/>
                </a:lnTo>
                <a:lnTo>
                  <a:pt x="4926191" y="3523238"/>
                </a:lnTo>
                <a:lnTo>
                  <a:pt x="4867860" y="3519763"/>
                </a:lnTo>
                <a:lnTo>
                  <a:pt x="4809470" y="3516186"/>
                </a:lnTo>
                <a:lnTo>
                  <a:pt x="4751037" y="3512505"/>
                </a:lnTo>
                <a:lnTo>
                  <a:pt x="4692575" y="3508718"/>
                </a:lnTo>
                <a:lnTo>
                  <a:pt x="4634097" y="3504822"/>
                </a:lnTo>
                <a:lnTo>
                  <a:pt x="4575618" y="3500815"/>
                </a:lnTo>
                <a:lnTo>
                  <a:pt x="4517151" y="3496696"/>
                </a:lnTo>
                <a:lnTo>
                  <a:pt x="4458712" y="3492462"/>
                </a:lnTo>
                <a:lnTo>
                  <a:pt x="4400313" y="3488111"/>
                </a:lnTo>
                <a:lnTo>
                  <a:pt x="4341970" y="3483641"/>
                </a:lnTo>
                <a:lnTo>
                  <a:pt x="4283696" y="3479049"/>
                </a:lnTo>
                <a:lnTo>
                  <a:pt x="4225506" y="3474334"/>
                </a:lnTo>
                <a:lnTo>
                  <a:pt x="4167413" y="3469492"/>
                </a:lnTo>
                <a:lnTo>
                  <a:pt x="4109432" y="3464524"/>
                </a:lnTo>
                <a:lnTo>
                  <a:pt x="4051577" y="3459425"/>
                </a:lnTo>
                <a:lnTo>
                  <a:pt x="3993862" y="3454193"/>
                </a:lnTo>
                <a:lnTo>
                  <a:pt x="3936301" y="3448828"/>
                </a:lnTo>
                <a:lnTo>
                  <a:pt x="3878908" y="3443326"/>
                </a:lnTo>
                <a:lnTo>
                  <a:pt x="3821698" y="3437685"/>
                </a:lnTo>
                <a:lnTo>
                  <a:pt x="3764684" y="3431904"/>
                </a:lnTo>
                <a:lnTo>
                  <a:pt x="3707881" y="3425979"/>
                </a:lnTo>
                <a:lnTo>
                  <a:pt x="3651303" y="3419910"/>
                </a:lnTo>
                <a:lnTo>
                  <a:pt x="3594963" y="3413693"/>
                </a:lnTo>
                <a:lnTo>
                  <a:pt x="3538877" y="3407326"/>
                </a:lnTo>
                <a:lnTo>
                  <a:pt x="3483058" y="3400808"/>
                </a:lnTo>
                <a:lnTo>
                  <a:pt x="3427520" y="3394137"/>
                </a:lnTo>
                <a:lnTo>
                  <a:pt x="3372278" y="3387309"/>
                </a:lnTo>
                <a:lnTo>
                  <a:pt x="3317346" y="3380323"/>
                </a:lnTo>
                <a:lnTo>
                  <a:pt x="3262737" y="3373177"/>
                </a:lnTo>
                <a:lnTo>
                  <a:pt x="3208466" y="3365869"/>
                </a:lnTo>
                <a:lnTo>
                  <a:pt x="3154547" y="3358396"/>
                </a:lnTo>
                <a:lnTo>
                  <a:pt x="3100994" y="3350756"/>
                </a:lnTo>
                <a:lnTo>
                  <a:pt x="3047822" y="3342948"/>
                </a:lnTo>
                <a:lnTo>
                  <a:pt x="2995044" y="3334968"/>
                </a:lnTo>
                <a:lnTo>
                  <a:pt x="2942674" y="3326815"/>
                </a:lnTo>
                <a:lnTo>
                  <a:pt x="2890728" y="3318487"/>
                </a:lnTo>
                <a:lnTo>
                  <a:pt x="2839218" y="3309982"/>
                </a:lnTo>
                <a:lnTo>
                  <a:pt x="2788159" y="3301297"/>
                </a:lnTo>
                <a:lnTo>
                  <a:pt x="2737565" y="3292430"/>
                </a:lnTo>
                <a:lnTo>
                  <a:pt x="2687450" y="3283379"/>
                </a:lnTo>
                <a:lnTo>
                  <a:pt x="2637829" y="3274141"/>
                </a:lnTo>
                <a:lnTo>
                  <a:pt x="2588715" y="3264716"/>
                </a:lnTo>
                <a:lnTo>
                  <a:pt x="2540122" y="3255100"/>
                </a:lnTo>
                <a:lnTo>
                  <a:pt x="2492066" y="3245292"/>
                </a:lnTo>
                <a:lnTo>
                  <a:pt x="2444559" y="3235288"/>
                </a:lnTo>
                <a:lnTo>
                  <a:pt x="2397617" y="3225088"/>
                </a:lnTo>
                <a:lnTo>
                  <a:pt x="2351252" y="3214689"/>
                </a:lnTo>
                <a:lnTo>
                  <a:pt x="2305480" y="3204089"/>
                </a:lnTo>
                <a:lnTo>
                  <a:pt x="2260314" y="3193285"/>
                </a:lnTo>
                <a:lnTo>
                  <a:pt x="2215769" y="3182275"/>
                </a:lnTo>
                <a:lnTo>
                  <a:pt x="2171859" y="3171058"/>
                </a:lnTo>
                <a:lnTo>
                  <a:pt x="2128597" y="3159631"/>
                </a:lnTo>
                <a:lnTo>
                  <a:pt x="2085998" y="3147992"/>
                </a:lnTo>
                <a:lnTo>
                  <a:pt x="2044077" y="3136139"/>
                </a:lnTo>
                <a:lnTo>
                  <a:pt x="2002846" y="3124070"/>
                </a:lnTo>
                <a:lnTo>
                  <a:pt x="1962321" y="3111782"/>
                </a:lnTo>
                <a:lnTo>
                  <a:pt x="1922516" y="3099273"/>
                </a:lnTo>
                <a:lnTo>
                  <a:pt x="1883444" y="3086542"/>
                </a:lnTo>
                <a:lnTo>
                  <a:pt x="1845119" y="3073585"/>
                </a:lnTo>
                <a:lnTo>
                  <a:pt x="1807557" y="3060402"/>
                </a:lnTo>
                <a:lnTo>
                  <a:pt x="1770771" y="3046989"/>
                </a:lnTo>
                <a:lnTo>
                  <a:pt x="1734775" y="3033344"/>
                </a:lnTo>
                <a:lnTo>
                  <a:pt x="1665210" y="3005353"/>
                </a:lnTo>
                <a:lnTo>
                  <a:pt x="1598975" y="2976410"/>
                </a:lnTo>
                <a:lnTo>
                  <a:pt x="1517652" y="2937827"/>
                </a:lnTo>
                <a:lnTo>
                  <a:pt x="1469156" y="2914186"/>
                </a:lnTo>
                <a:lnTo>
                  <a:pt x="1421645" y="2890632"/>
                </a:lnTo>
                <a:lnTo>
                  <a:pt x="1375111" y="2867145"/>
                </a:lnTo>
                <a:lnTo>
                  <a:pt x="1329543" y="2843704"/>
                </a:lnTo>
                <a:lnTo>
                  <a:pt x="1284932" y="2820288"/>
                </a:lnTo>
                <a:lnTo>
                  <a:pt x="1241270" y="2796876"/>
                </a:lnTo>
                <a:lnTo>
                  <a:pt x="1198548" y="2773448"/>
                </a:lnTo>
                <a:lnTo>
                  <a:pt x="1156756" y="2749982"/>
                </a:lnTo>
                <a:lnTo>
                  <a:pt x="1115886" y="2726457"/>
                </a:lnTo>
                <a:lnTo>
                  <a:pt x="1075927" y="2702853"/>
                </a:lnTo>
                <a:lnTo>
                  <a:pt x="1036872" y="2679149"/>
                </a:lnTo>
                <a:lnTo>
                  <a:pt x="998711" y="2655325"/>
                </a:lnTo>
                <a:lnTo>
                  <a:pt x="961435" y="2631358"/>
                </a:lnTo>
                <a:lnTo>
                  <a:pt x="925035" y="2607229"/>
                </a:lnTo>
                <a:lnTo>
                  <a:pt x="889501" y="2582916"/>
                </a:lnTo>
                <a:lnTo>
                  <a:pt x="854825" y="2558399"/>
                </a:lnTo>
                <a:lnTo>
                  <a:pt x="820998" y="2533657"/>
                </a:lnTo>
                <a:lnTo>
                  <a:pt x="788010" y="2508668"/>
                </a:lnTo>
                <a:lnTo>
                  <a:pt x="755853" y="2483413"/>
                </a:lnTo>
                <a:lnTo>
                  <a:pt x="724517" y="2457870"/>
                </a:lnTo>
                <a:lnTo>
                  <a:pt x="693994" y="2432019"/>
                </a:lnTo>
                <a:lnTo>
                  <a:pt x="664273" y="2405838"/>
                </a:lnTo>
                <a:lnTo>
                  <a:pt x="635347" y="2379307"/>
                </a:lnTo>
                <a:lnTo>
                  <a:pt x="607206" y="2352405"/>
                </a:lnTo>
                <a:lnTo>
                  <a:pt x="579840" y="2325111"/>
                </a:lnTo>
                <a:lnTo>
                  <a:pt x="553242" y="2297404"/>
                </a:lnTo>
                <a:lnTo>
                  <a:pt x="527401" y="2269264"/>
                </a:lnTo>
                <a:lnTo>
                  <a:pt x="477956" y="2211599"/>
                </a:lnTo>
                <a:lnTo>
                  <a:pt x="431433" y="2151949"/>
                </a:lnTo>
                <a:lnTo>
                  <a:pt x="387759" y="2090148"/>
                </a:lnTo>
                <a:lnTo>
                  <a:pt x="346862" y="2026028"/>
                </a:lnTo>
                <a:lnTo>
                  <a:pt x="327432" y="1993047"/>
                </a:lnTo>
                <a:lnTo>
                  <a:pt x="308668" y="1959424"/>
                </a:lnTo>
                <a:lnTo>
                  <a:pt x="290563" y="1925138"/>
                </a:lnTo>
                <a:lnTo>
                  <a:pt x="273106" y="1890168"/>
                </a:lnTo>
                <a:lnTo>
                  <a:pt x="256288" y="1854493"/>
                </a:lnTo>
                <a:lnTo>
                  <a:pt x="240101" y="1818093"/>
                </a:lnTo>
                <a:lnTo>
                  <a:pt x="224536" y="1780947"/>
                </a:lnTo>
                <a:lnTo>
                  <a:pt x="209583" y="1743033"/>
                </a:lnTo>
                <a:lnTo>
                  <a:pt x="195233" y="1704332"/>
                </a:lnTo>
                <a:lnTo>
                  <a:pt x="181477" y="1664821"/>
                </a:lnTo>
                <a:lnTo>
                  <a:pt x="168306" y="1624481"/>
                </a:lnTo>
                <a:lnTo>
                  <a:pt x="155711" y="1583291"/>
                </a:lnTo>
                <a:lnTo>
                  <a:pt x="143683" y="1541229"/>
                </a:lnTo>
                <a:lnTo>
                  <a:pt x="132213" y="1498274"/>
                </a:lnTo>
                <a:lnTo>
                  <a:pt x="121292" y="1454407"/>
                </a:lnTo>
                <a:lnTo>
                  <a:pt x="110910" y="1409606"/>
                </a:lnTo>
                <a:lnTo>
                  <a:pt x="101059" y="1363850"/>
                </a:lnTo>
                <a:lnTo>
                  <a:pt x="91729" y="1317118"/>
                </a:lnTo>
                <a:lnTo>
                  <a:pt x="82911" y="1269390"/>
                </a:lnTo>
                <a:lnTo>
                  <a:pt x="74597" y="1220645"/>
                </a:lnTo>
                <a:lnTo>
                  <a:pt x="66777" y="1170861"/>
                </a:lnTo>
                <a:lnTo>
                  <a:pt x="59442" y="1120019"/>
                </a:lnTo>
                <a:lnTo>
                  <a:pt x="52583" y="1068096"/>
                </a:lnTo>
                <a:lnTo>
                  <a:pt x="46191" y="1015073"/>
                </a:lnTo>
                <a:lnTo>
                  <a:pt x="40257" y="960928"/>
                </a:lnTo>
                <a:lnTo>
                  <a:pt x="34771" y="905641"/>
                </a:lnTo>
                <a:lnTo>
                  <a:pt x="29725" y="849191"/>
                </a:lnTo>
                <a:lnTo>
                  <a:pt x="25110" y="791557"/>
                </a:lnTo>
                <a:lnTo>
                  <a:pt x="20916" y="732718"/>
                </a:lnTo>
                <a:lnTo>
                  <a:pt x="17134" y="672653"/>
                </a:lnTo>
                <a:lnTo>
                  <a:pt x="13756" y="611341"/>
                </a:lnTo>
                <a:lnTo>
                  <a:pt x="10772" y="548762"/>
                </a:lnTo>
                <a:lnTo>
                  <a:pt x="8173" y="484895"/>
                </a:lnTo>
                <a:lnTo>
                  <a:pt x="5950" y="419718"/>
                </a:lnTo>
                <a:lnTo>
                  <a:pt x="4094" y="353212"/>
                </a:lnTo>
                <a:lnTo>
                  <a:pt x="2596" y="285354"/>
                </a:lnTo>
                <a:lnTo>
                  <a:pt x="1446" y="216125"/>
                </a:lnTo>
                <a:lnTo>
                  <a:pt x="636" y="145504"/>
                </a:lnTo>
                <a:lnTo>
                  <a:pt x="157" y="73469"/>
                </a:ln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  <a:prstDash val="sysDash"/>
          </a:ln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BB9EC25E-FD0D-784E-A660-1CFF591BD798}"/>
              </a:ext>
            </a:extLst>
          </p:cNvPr>
          <p:cNvSpPr/>
          <p:nvPr/>
        </p:nvSpPr>
        <p:spPr>
          <a:xfrm>
            <a:off x="6449773" y="5467032"/>
            <a:ext cx="4693063" cy="344171"/>
          </a:xfrm>
          <a:custGeom>
            <a:avLst/>
            <a:gdLst/>
            <a:ahLst/>
            <a:cxnLst/>
            <a:rect l="l" t="t" r="r" b="b"/>
            <a:pathLst>
              <a:path w="4286250" h="344170">
                <a:moveTo>
                  <a:pt x="0" y="0"/>
                </a:moveTo>
                <a:lnTo>
                  <a:pt x="4285691" y="0"/>
                </a:lnTo>
                <a:lnTo>
                  <a:pt x="4285691" y="343750"/>
                </a:lnTo>
                <a:lnTo>
                  <a:pt x="0" y="3437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95667F-BE6E-E24F-A969-6A7CC12FF10E}"/>
              </a:ext>
            </a:extLst>
          </p:cNvPr>
          <p:cNvSpPr txBox="1"/>
          <p:nvPr/>
        </p:nvSpPr>
        <p:spPr>
          <a:xfrm>
            <a:off x="6457642" y="5558686"/>
            <a:ext cx="4685193" cy="260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000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TAIL SPEND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AFC92F-E5F6-A546-8125-3D605A7D4B57}"/>
              </a:ext>
            </a:extLst>
          </p:cNvPr>
          <p:cNvSpPr txBox="1"/>
          <p:nvPr/>
        </p:nvSpPr>
        <p:spPr>
          <a:xfrm>
            <a:off x="2321630" y="5558686"/>
            <a:ext cx="4127557" cy="260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000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MIDDLE TAIL SPEND (LARGE/MID-SIZE)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71A549-64F8-AB44-866F-8FA62C621113}"/>
              </a:ext>
            </a:extLst>
          </p:cNvPr>
          <p:cNvSpPr txBox="1"/>
          <p:nvPr/>
        </p:nvSpPr>
        <p:spPr>
          <a:xfrm>
            <a:off x="1264690" y="5558686"/>
            <a:ext cx="1068037" cy="260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000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LARGEST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ACEB2957-32E8-A847-BABA-3982595DCD6D}"/>
              </a:ext>
            </a:extLst>
          </p:cNvPr>
          <p:cNvSpPr/>
          <p:nvPr/>
        </p:nvSpPr>
        <p:spPr>
          <a:xfrm>
            <a:off x="2322215" y="2938667"/>
            <a:ext cx="0" cy="2533015"/>
          </a:xfrm>
          <a:custGeom>
            <a:avLst/>
            <a:gdLst/>
            <a:ahLst/>
            <a:cxnLst/>
            <a:rect l="l" t="t" r="r" b="b"/>
            <a:pathLst>
              <a:path h="2533015">
                <a:moveTo>
                  <a:pt x="0" y="2532875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6E960CC7-E363-3C41-89CD-2D09710DB9ED}"/>
              </a:ext>
            </a:extLst>
          </p:cNvPr>
          <p:cNvSpPr/>
          <p:nvPr/>
        </p:nvSpPr>
        <p:spPr>
          <a:xfrm>
            <a:off x="6439259" y="2938667"/>
            <a:ext cx="0" cy="2533015"/>
          </a:xfrm>
          <a:custGeom>
            <a:avLst/>
            <a:gdLst/>
            <a:ahLst/>
            <a:cxnLst/>
            <a:rect l="l" t="t" r="r" b="b"/>
            <a:pathLst>
              <a:path h="2533015">
                <a:moveTo>
                  <a:pt x="0" y="2532875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4BA787-8C89-E846-B114-3C26227E624D}"/>
              </a:ext>
            </a:extLst>
          </p:cNvPr>
          <p:cNvSpPr txBox="1"/>
          <p:nvPr/>
        </p:nvSpPr>
        <p:spPr>
          <a:xfrm>
            <a:off x="1263536" y="5867400"/>
            <a:ext cx="9879299" cy="203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200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Rank Order of Suppliers</a:t>
            </a: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0DA7629C-B1D9-D04A-9D9D-AE723B93359E}"/>
              </a:ext>
            </a:extLst>
          </p:cNvPr>
          <p:cNvSpPr/>
          <p:nvPr/>
        </p:nvSpPr>
        <p:spPr>
          <a:xfrm>
            <a:off x="1323544" y="1718179"/>
            <a:ext cx="98857" cy="8522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1D4AA0B2-BD2C-EA41-97B6-7C07217ED748}"/>
              </a:ext>
            </a:extLst>
          </p:cNvPr>
          <p:cNvSpPr/>
          <p:nvPr/>
        </p:nvSpPr>
        <p:spPr>
          <a:xfrm>
            <a:off x="6403544" y="2922907"/>
            <a:ext cx="98857" cy="8522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AC5448-BE6D-5546-9E30-373FB87FF7D1}"/>
              </a:ext>
            </a:extLst>
          </p:cNvPr>
          <p:cNvSpPr/>
          <p:nvPr/>
        </p:nvSpPr>
        <p:spPr>
          <a:xfrm>
            <a:off x="1402632" y="2592649"/>
            <a:ext cx="4928947" cy="8309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E673B0-DC98-5449-82CF-52D78EBF6676}"/>
              </a:ext>
            </a:extLst>
          </p:cNvPr>
          <p:cNvSpPr txBox="1"/>
          <p:nvPr/>
        </p:nvSpPr>
        <p:spPr>
          <a:xfrm>
            <a:off x="1402632" y="2678474"/>
            <a:ext cx="4912395" cy="1815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933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EARLY PAY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240F9E-3CD8-E347-915D-EC146BB56FF7}"/>
              </a:ext>
            </a:extLst>
          </p:cNvPr>
          <p:cNvSpPr txBox="1"/>
          <p:nvPr/>
        </p:nvSpPr>
        <p:spPr>
          <a:xfrm>
            <a:off x="1433113" y="2894748"/>
            <a:ext cx="4881913" cy="331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79373" algn="ctr" defTabSz="914377"/>
            <a:r>
              <a:rPr lang="en-US" sz="933" dirty="0">
                <a:solidFill>
                  <a:srgbClr val="FFFFFF"/>
                </a:solidFill>
                <a:cs typeface="Arial"/>
              </a:rPr>
              <a:t>Digital solution that enables working capital optimization. </a:t>
            </a:r>
          </a:p>
          <a:p>
            <a:pPr marR="79373" algn="ctr" defTabSz="914377"/>
            <a:r>
              <a:rPr lang="en-US" sz="933" dirty="0">
                <a:solidFill>
                  <a:srgbClr val="FFFFFF"/>
                </a:solidFill>
                <a:cs typeface="Arial"/>
              </a:rPr>
              <a:t>Suppliers have option to receive payments early on select </a:t>
            </a:r>
          </a:p>
          <a:p>
            <a:pPr marR="79373" algn="ctr" defTabSz="914377"/>
            <a:r>
              <a:rPr lang="en-US" sz="933" dirty="0">
                <a:solidFill>
                  <a:srgbClr val="FFFFFF"/>
                </a:solidFill>
                <a:cs typeface="Arial"/>
              </a:rPr>
              <a:t>invoices at a small discount.</a:t>
            </a:r>
            <a:endParaRPr lang="en-US" sz="933" dirty="0">
              <a:solidFill>
                <a:srgbClr val="53565A"/>
              </a:solidFill>
              <a:cs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CEDB1B-3896-854A-B85F-623B7E171196}"/>
              </a:ext>
            </a:extLst>
          </p:cNvPr>
          <p:cNvSpPr txBox="1"/>
          <p:nvPr/>
        </p:nvSpPr>
        <p:spPr>
          <a:xfrm>
            <a:off x="2418230" y="3578823"/>
            <a:ext cx="2019005" cy="2013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933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BUYER INITIATED PAYMENTS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D6DA6C-791A-0B44-959A-6F00F67CE472}"/>
              </a:ext>
            </a:extLst>
          </p:cNvPr>
          <p:cNvSpPr txBox="1"/>
          <p:nvPr/>
        </p:nvSpPr>
        <p:spPr>
          <a:xfrm>
            <a:off x="2446447" y="3819794"/>
            <a:ext cx="1990789" cy="3204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100328" algn="ctr" defTabSz="914377"/>
            <a:r>
              <a:rPr lang="en-US" sz="933" dirty="0">
                <a:solidFill>
                  <a:srgbClr val="FFFFFF"/>
                </a:solidFill>
                <a:cs typeface="Arial"/>
              </a:rPr>
              <a:t>Solution enabling automated  payments of invoices </a:t>
            </a:r>
          </a:p>
          <a:p>
            <a:pPr marR="100328" algn="ctr" defTabSz="914377"/>
            <a:r>
              <a:rPr lang="en-US" sz="933" dirty="0">
                <a:solidFill>
                  <a:srgbClr val="FFFFFF"/>
                </a:solidFill>
                <a:cs typeface="Arial"/>
              </a:rPr>
              <a:t>to suppliers</a:t>
            </a:r>
            <a:endParaRPr lang="en-US" sz="933" dirty="0">
              <a:solidFill>
                <a:srgbClr val="53565A"/>
              </a:solidFill>
              <a:cs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3A8B47-FA90-1745-BD8C-9AC4D041831F}"/>
              </a:ext>
            </a:extLst>
          </p:cNvPr>
          <p:cNvSpPr/>
          <p:nvPr/>
        </p:nvSpPr>
        <p:spPr>
          <a:xfrm>
            <a:off x="6596339" y="3479817"/>
            <a:ext cx="1950720" cy="97536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F389CE-C08D-054D-96FA-E8966B8207DC}"/>
              </a:ext>
            </a:extLst>
          </p:cNvPr>
          <p:cNvSpPr/>
          <p:nvPr/>
        </p:nvSpPr>
        <p:spPr>
          <a:xfrm>
            <a:off x="1433112" y="1915165"/>
            <a:ext cx="795352" cy="624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34" name="object 31">
            <a:extLst>
              <a:ext uri="{FF2B5EF4-FFF2-40B4-BE49-F238E27FC236}">
                <a16:creationId xmlns:a16="http://schemas.microsoft.com/office/drawing/2014/main" id="{194D3387-0949-DD46-A8B3-C3CA3763BF18}"/>
              </a:ext>
            </a:extLst>
          </p:cNvPr>
          <p:cNvSpPr txBox="1"/>
          <p:nvPr/>
        </p:nvSpPr>
        <p:spPr>
          <a:xfrm>
            <a:off x="1431908" y="2015205"/>
            <a:ext cx="782993" cy="44159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R="22225" indent="36194" algn="ctr" defTabSz="914377"/>
            <a:r>
              <a:rPr sz="933" b="1" spc="-5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BIG BANK  LED SCF  PRODUCT</a:t>
            </a:r>
            <a:r>
              <a:rPr sz="933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S</a:t>
            </a:r>
            <a:endParaRPr sz="933" b="1" dirty="0">
              <a:solidFill>
                <a:srgbClr val="53565A"/>
              </a:solidFill>
              <a:latin typeface="BentonSans" charset="0"/>
              <a:ea typeface="BentonSans" charset="0"/>
              <a:cs typeface="BentonSans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01088C-5BBC-5342-8D42-54A832B3B78D}"/>
              </a:ext>
            </a:extLst>
          </p:cNvPr>
          <p:cNvSpPr txBox="1"/>
          <p:nvPr/>
        </p:nvSpPr>
        <p:spPr>
          <a:xfrm>
            <a:off x="6596339" y="3536570"/>
            <a:ext cx="1894344" cy="2013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933" b="1" dirty="0" err="1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vPAYMENT</a:t>
            </a:r>
            <a:endParaRPr lang="en-US" sz="933" b="1" dirty="0">
              <a:solidFill>
                <a:srgbClr val="FFFFFF"/>
              </a:solidFill>
              <a:latin typeface="BentonSans" charset="0"/>
              <a:ea typeface="BentonSans" charset="0"/>
              <a:cs typeface="BentonSans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FF9107-8712-144D-9193-EAE510161715}"/>
              </a:ext>
            </a:extLst>
          </p:cNvPr>
          <p:cNvSpPr txBox="1"/>
          <p:nvPr/>
        </p:nvSpPr>
        <p:spPr>
          <a:xfrm>
            <a:off x="6596337" y="3766319"/>
            <a:ext cx="1894344" cy="3204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67944" algn="ctr" defTabSz="914377"/>
            <a:r>
              <a:rPr lang="en-US" sz="933" dirty="0">
                <a:solidFill>
                  <a:srgbClr val="FFFFFF"/>
                </a:solidFill>
                <a:cs typeface="Arial"/>
              </a:rPr>
              <a:t>Integrated or stand-alone </a:t>
            </a:r>
          </a:p>
          <a:p>
            <a:pPr marR="67944" algn="ctr" defTabSz="914377"/>
            <a:r>
              <a:rPr lang="en-US" sz="933" dirty="0">
                <a:solidFill>
                  <a:srgbClr val="FFFFFF"/>
                </a:solidFill>
                <a:cs typeface="Arial"/>
              </a:rPr>
              <a:t>virtual card payment </a:t>
            </a:r>
          </a:p>
          <a:p>
            <a:pPr marR="67944" algn="ctr" defTabSz="914377"/>
            <a:r>
              <a:rPr lang="en-US" sz="933" dirty="0">
                <a:solidFill>
                  <a:srgbClr val="FFFFFF"/>
                </a:solidFill>
                <a:cs typeface="Arial"/>
              </a:rPr>
              <a:t>solution with transaction </a:t>
            </a:r>
          </a:p>
          <a:p>
            <a:pPr marR="67944" algn="ctr" defTabSz="914377"/>
            <a:r>
              <a:rPr lang="en-US" sz="933" dirty="0">
                <a:solidFill>
                  <a:srgbClr val="FFFFFF"/>
                </a:solidFill>
                <a:cs typeface="Arial"/>
              </a:rPr>
              <a:t>and date controls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037BEF-9746-4D49-BD3A-355DAB6E7B0E}"/>
              </a:ext>
            </a:extLst>
          </p:cNvPr>
          <p:cNvSpPr/>
          <p:nvPr/>
        </p:nvSpPr>
        <p:spPr>
          <a:xfrm>
            <a:off x="9098775" y="3479817"/>
            <a:ext cx="1950720" cy="97536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912B31-B822-284E-A45B-EBBA112A80DE}"/>
              </a:ext>
            </a:extLst>
          </p:cNvPr>
          <p:cNvSpPr txBox="1"/>
          <p:nvPr/>
        </p:nvSpPr>
        <p:spPr>
          <a:xfrm>
            <a:off x="9098776" y="3583163"/>
            <a:ext cx="1894344" cy="2013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933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PURCHASING CARD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B929E1-27DA-8549-B3C4-EB923EB7B9A5}"/>
              </a:ext>
            </a:extLst>
          </p:cNvPr>
          <p:cNvSpPr txBox="1"/>
          <p:nvPr/>
        </p:nvSpPr>
        <p:spPr>
          <a:xfrm>
            <a:off x="9098775" y="3827219"/>
            <a:ext cx="1894344" cy="3204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67944" algn="ctr" defTabSz="914377"/>
            <a:r>
              <a:rPr lang="en-US" sz="933" dirty="0">
                <a:solidFill>
                  <a:srgbClr val="FFFFFF"/>
                </a:solidFill>
                <a:cs typeface="Arial"/>
              </a:rPr>
              <a:t>Traditional Card providing  flexibility, customizable  transaction controls and float</a:t>
            </a:r>
          </a:p>
        </p:txBody>
      </p:sp>
    </p:spTree>
    <p:extLst>
      <p:ext uri="{BB962C8B-B14F-4D97-AF65-F5344CB8AC3E}">
        <p14:creationId xmlns:p14="http://schemas.microsoft.com/office/powerpoint/2010/main" val="325684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10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1"/>
          </p:nvPr>
        </p:nvSpPr>
        <p:spPr>
          <a:xfrm>
            <a:off x="609600" y="1094795"/>
            <a:ext cx="10972800" cy="278824"/>
          </a:xfrm>
        </p:spPr>
        <p:txBody>
          <a:bodyPr/>
          <a:lstStyle/>
          <a:p>
            <a:r>
              <a:rPr lang="en-US" dirty="0"/>
              <a:t>Early Pay fulfills a distinct need among other American Express competitors*.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Pay alongside other competitor products.</a:t>
            </a:r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D6A65130-691D-1D4B-B765-3A2C66B8D92B}"/>
              </a:ext>
            </a:extLst>
          </p:cNvPr>
          <p:cNvSpPr/>
          <p:nvPr/>
        </p:nvSpPr>
        <p:spPr>
          <a:xfrm>
            <a:off x="1558858" y="5207267"/>
            <a:ext cx="1620916" cy="344171"/>
          </a:xfrm>
          <a:custGeom>
            <a:avLst/>
            <a:gdLst/>
            <a:ahLst/>
            <a:cxnLst/>
            <a:rect l="l" t="t" r="r" b="b"/>
            <a:pathLst>
              <a:path w="4286250" h="344170">
                <a:moveTo>
                  <a:pt x="0" y="0"/>
                </a:moveTo>
                <a:lnTo>
                  <a:pt x="4285691" y="0"/>
                </a:lnTo>
                <a:lnTo>
                  <a:pt x="4285691" y="343750"/>
                </a:lnTo>
                <a:lnTo>
                  <a:pt x="0" y="34375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BE6AECDD-76A1-444F-A033-D90270F2A232}"/>
              </a:ext>
            </a:extLst>
          </p:cNvPr>
          <p:cNvSpPr/>
          <p:nvPr/>
        </p:nvSpPr>
        <p:spPr>
          <a:xfrm>
            <a:off x="1557019" y="1463520"/>
            <a:ext cx="0" cy="3743960"/>
          </a:xfrm>
          <a:custGeom>
            <a:avLst/>
            <a:gdLst/>
            <a:ahLst/>
            <a:cxnLst/>
            <a:rect l="l" t="t" r="r" b="b"/>
            <a:pathLst>
              <a:path h="3743960">
                <a:moveTo>
                  <a:pt x="0" y="3743744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BE3BCC4-F39B-E140-AD49-C7755CD2F910}"/>
              </a:ext>
            </a:extLst>
          </p:cNvPr>
          <p:cNvSpPr txBox="1"/>
          <p:nvPr/>
        </p:nvSpPr>
        <p:spPr>
          <a:xfrm>
            <a:off x="1287361" y="1463521"/>
            <a:ext cx="153888" cy="37437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algn="ctr" defTabSz="914377">
              <a:lnSpc>
                <a:spcPts val="1240"/>
              </a:lnSpc>
            </a:pPr>
            <a:r>
              <a:rPr sz="1200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Dollar Spend</a:t>
            </a:r>
            <a:endParaRPr sz="1200" dirty="0">
              <a:solidFill>
                <a:srgbClr val="53565A"/>
              </a:solidFill>
              <a:latin typeface="BentonSans" charset="0"/>
              <a:ea typeface="BentonSans" charset="0"/>
              <a:cs typeface="BentonSans" charset="0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6A8659F2-13AB-A142-B217-111AC637AE7E}"/>
              </a:ext>
            </a:extLst>
          </p:cNvPr>
          <p:cNvSpPr/>
          <p:nvPr/>
        </p:nvSpPr>
        <p:spPr>
          <a:xfrm>
            <a:off x="3179774" y="5207267"/>
            <a:ext cx="4134841" cy="344171"/>
          </a:xfrm>
          <a:custGeom>
            <a:avLst/>
            <a:gdLst/>
            <a:ahLst/>
            <a:cxnLst/>
            <a:rect l="l" t="t" r="r" b="b"/>
            <a:pathLst>
              <a:path w="4286250" h="344170">
                <a:moveTo>
                  <a:pt x="0" y="0"/>
                </a:moveTo>
                <a:lnTo>
                  <a:pt x="4285691" y="0"/>
                </a:lnTo>
                <a:lnTo>
                  <a:pt x="4285691" y="343750"/>
                </a:lnTo>
                <a:lnTo>
                  <a:pt x="0" y="3437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13" name="object 32">
            <a:extLst>
              <a:ext uri="{FF2B5EF4-FFF2-40B4-BE49-F238E27FC236}">
                <a16:creationId xmlns:a16="http://schemas.microsoft.com/office/drawing/2014/main" id="{B76BA3CD-7769-FB4F-B397-D6B3C53C30D8}"/>
              </a:ext>
            </a:extLst>
          </p:cNvPr>
          <p:cNvSpPr/>
          <p:nvPr/>
        </p:nvSpPr>
        <p:spPr>
          <a:xfrm>
            <a:off x="1595640" y="1509154"/>
            <a:ext cx="8242040" cy="3619500"/>
          </a:xfrm>
          <a:custGeom>
            <a:avLst/>
            <a:gdLst/>
            <a:ahLst/>
            <a:cxnLst/>
            <a:rect l="l" t="t" r="r" b="b"/>
            <a:pathLst>
              <a:path w="7598409" h="3619500">
                <a:moveTo>
                  <a:pt x="7598384" y="3619246"/>
                </a:moveTo>
                <a:lnTo>
                  <a:pt x="7529126" y="3616916"/>
                </a:lnTo>
                <a:lnTo>
                  <a:pt x="7456639" y="3614637"/>
                </a:lnTo>
                <a:lnTo>
                  <a:pt x="7381038" y="3612389"/>
                </a:lnTo>
                <a:lnTo>
                  <a:pt x="7342105" y="3611272"/>
                </a:lnTo>
                <a:lnTo>
                  <a:pt x="7302436" y="3610157"/>
                </a:lnTo>
                <a:lnTo>
                  <a:pt x="7262044" y="3609041"/>
                </a:lnTo>
                <a:lnTo>
                  <a:pt x="7220944" y="3607922"/>
                </a:lnTo>
                <a:lnTo>
                  <a:pt x="7179151" y="3606798"/>
                </a:lnTo>
                <a:lnTo>
                  <a:pt x="7136678" y="3605667"/>
                </a:lnTo>
                <a:lnTo>
                  <a:pt x="7093539" y="3604527"/>
                </a:lnTo>
                <a:lnTo>
                  <a:pt x="7049749" y="3603376"/>
                </a:lnTo>
                <a:lnTo>
                  <a:pt x="7005321" y="3602211"/>
                </a:lnTo>
                <a:lnTo>
                  <a:pt x="6960270" y="3601031"/>
                </a:lnTo>
                <a:lnTo>
                  <a:pt x="6914611" y="3599833"/>
                </a:lnTo>
                <a:lnTo>
                  <a:pt x="6868356" y="3598614"/>
                </a:lnTo>
                <a:lnTo>
                  <a:pt x="6821520" y="3597374"/>
                </a:lnTo>
                <a:lnTo>
                  <a:pt x="6774118" y="3596109"/>
                </a:lnTo>
                <a:lnTo>
                  <a:pt x="6726163" y="3594818"/>
                </a:lnTo>
                <a:lnTo>
                  <a:pt x="6677670" y="3593498"/>
                </a:lnTo>
                <a:lnTo>
                  <a:pt x="6628653" y="3592147"/>
                </a:lnTo>
                <a:lnTo>
                  <a:pt x="6579125" y="3590764"/>
                </a:lnTo>
                <a:lnTo>
                  <a:pt x="6529102" y="3589345"/>
                </a:lnTo>
                <a:lnTo>
                  <a:pt x="6478596" y="3587889"/>
                </a:lnTo>
                <a:lnTo>
                  <a:pt x="6427623" y="3586394"/>
                </a:lnTo>
                <a:lnTo>
                  <a:pt x="6376196" y="3584857"/>
                </a:lnTo>
                <a:lnTo>
                  <a:pt x="6324330" y="3583276"/>
                </a:lnTo>
                <a:lnTo>
                  <a:pt x="6272039" y="3581650"/>
                </a:lnTo>
                <a:lnTo>
                  <a:pt x="6219336" y="3579975"/>
                </a:lnTo>
                <a:lnTo>
                  <a:pt x="6166236" y="3578250"/>
                </a:lnTo>
                <a:lnTo>
                  <a:pt x="6112753" y="3576473"/>
                </a:lnTo>
                <a:lnTo>
                  <a:pt x="6058902" y="3574642"/>
                </a:lnTo>
                <a:lnTo>
                  <a:pt x="6004696" y="3572753"/>
                </a:lnTo>
                <a:lnTo>
                  <a:pt x="5950149" y="3570806"/>
                </a:lnTo>
                <a:lnTo>
                  <a:pt x="5895276" y="3568798"/>
                </a:lnTo>
                <a:lnTo>
                  <a:pt x="5840091" y="3566727"/>
                </a:lnTo>
                <a:lnTo>
                  <a:pt x="5784607" y="3564590"/>
                </a:lnTo>
                <a:lnTo>
                  <a:pt x="5728840" y="3562386"/>
                </a:lnTo>
                <a:lnTo>
                  <a:pt x="5672802" y="3560112"/>
                </a:lnTo>
                <a:lnTo>
                  <a:pt x="5616509" y="3557767"/>
                </a:lnTo>
                <a:lnTo>
                  <a:pt x="5559975" y="3555348"/>
                </a:lnTo>
                <a:lnTo>
                  <a:pt x="5503213" y="3552852"/>
                </a:lnTo>
                <a:lnTo>
                  <a:pt x="5446237" y="3550278"/>
                </a:lnTo>
                <a:lnTo>
                  <a:pt x="5389063" y="3547624"/>
                </a:lnTo>
                <a:lnTo>
                  <a:pt x="5331703" y="3544888"/>
                </a:lnTo>
                <a:lnTo>
                  <a:pt x="5274172" y="3542066"/>
                </a:lnTo>
                <a:lnTo>
                  <a:pt x="5216485" y="3539158"/>
                </a:lnTo>
                <a:lnTo>
                  <a:pt x="5158655" y="3536160"/>
                </a:lnTo>
                <a:lnTo>
                  <a:pt x="5100696" y="3533072"/>
                </a:lnTo>
                <a:lnTo>
                  <a:pt x="5042623" y="3529890"/>
                </a:lnTo>
                <a:lnTo>
                  <a:pt x="4984450" y="3526613"/>
                </a:lnTo>
                <a:lnTo>
                  <a:pt x="4926191" y="3523238"/>
                </a:lnTo>
                <a:lnTo>
                  <a:pt x="4867860" y="3519763"/>
                </a:lnTo>
                <a:lnTo>
                  <a:pt x="4809470" y="3516186"/>
                </a:lnTo>
                <a:lnTo>
                  <a:pt x="4751037" y="3512505"/>
                </a:lnTo>
                <a:lnTo>
                  <a:pt x="4692575" y="3508718"/>
                </a:lnTo>
                <a:lnTo>
                  <a:pt x="4634097" y="3504822"/>
                </a:lnTo>
                <a:lnTo>
                  <a:pt x="4575618" y="3500815"/>
                </a:lnTo>
                <a:lnTo>
                  <a:pt x="4517151" y="3496696"/>
                </a:lnTo>
                <a:lnTo>
                  <a:pt x="4458712" y="3492462"/>
                </a:lnTo>
                <a:lnTo>
                  <a:pt x="4400313" y="3488111"/>
                </a:lnTo>
                <a:lnTo>
                  <a:pt x="4341970" y="3483641"/>
                </a:lnTo>
                <a:lnTo>
                  <a:pt x="4283696" y="3479049"/>
                </a:lnTo>
                <a:lnTo>
                  <a:pt x="4225506" y="3474334"/>
                </a:lnTo>
                <a:lnTo>
                  <a:pt x="4167413" y="3469492"/>
                </a:lnTo>
                <a:lnTo>
                  <a:pt x="4109432" y="3464524"/>
                </a:lnTo>
                <a:lnTo>
                  <a:pt x="4051577" y="3459425"/>
                </a:lnTo>
                <a:lnTo>
                  <a:pt x="3993862" y="3454193"/>
                </a:lnTo>
                <a:lnTo>
                  <a:pt x="3936301" y="3448828"/>
                </a:lnTo>
                <a:lnTo>
                  <a:pt x="3878908" y="3443326"/>
                </a:lnTo>
                <a:lnTo>
                  <a:pt x="3821698" y="3437685"/>
                </a:lnTo>
                <a:lnTo>
                  <a:pt x="3764684" y="3431904"/>
                </a:lnTo>
                <a:lnTo>
                  <a:pt x="3707881" y="3425979"/>
                </a:lnTo>
                <a:lnTo>
                  <a:pt x="3651303" y="3419910"/>
                </a:lnTo>
                <a:lnTo>
                  <a:pt x="3594963" y="3413693"/>
                </a:lnTo>
                <a:lnTo>
                  <a:pt x="3538877" y="3407326"/>
                </a:lnTo>
                <a:lnTo>
                  <a:pt x="3483058" y="3400808"/>
                </a:lnTo>
                <a:lnTo>
                  <a:pt x="3427520" y="3394137"/>
                </a:lnTo>
                <a:lnTo>
                  <a:pt x="3372278" y="3387309"/>
                </a:lnTo>
                <a:lnTo>
                  <a:pt x="3317346" y="3380323"/>
                </a:lnTo>
                <a:lnTo>
                  <a:pt x="3262737" y="3373177"/>
                </a:lnTo>
                <a:lnTo>
                  <a:pt x="3208466" y="3365869"/>
                </a:lnTo>
                <a:lnTo>
                  <a:pt x="3154547" y="3358396"/>
                </a:lnTo>
                <a:lnTo>
                  <a:pt x="3100994" y="3350756"/>
                </a:lnTo>
                <a:lnTo>
                  <a:pt x="3047822" y="3342948"/>
                </a:lnTo>
                <a:lnTo>
                  <a:pt x="2995044" y="3334968"/>
                </a:lnTo>
                <a:lnTo>
                  <a:pt x="2942674" y="3326815"/>
                </a:lnTo>
                <a:lnTo>
                  <a:pt x="2890728" y="3318487"/>
                </a:lnTo>
                <a:lnTo>
                  <a:pt x="2839218" y="3309982"/>
                </a:lnTo>
                <a:lnTo>
                  <a:pt x="2788159" y="3301297"/>
                </a:lnTo>
                <a:lnTo>
                  <a:pt x="2737565" y="3292430"/>
                </a:lnTo>
                <a:lnTo>
                  <a:pt x="2687450" y="3283379"/>
                </a:lnTo>
                <a:lnTo>
                  <a:pt x="2637829" y="3274141"/>
                </a:lnTo>
                <a:lnTo>
                  <a:pt x="2588715" y="3264716"/>
                </a:lnTo>
                <a:lnTo>
                  <a:pt x="2540122" y="3255100"/>
                </a:lnTo>
                <a:lnTo>
                  <a:pt x="2492066" y="3245292"/>
                </a:lnTo>
                <a:lnTo>
                  <a:pt x="2444559" y="3235288"/>
                </a:lnTo>
                <a:lnTo>
                  <a:pt x="2397617" y="3225088"/>
                </a:lnTo>
                <a:lnTo>
                  <a:pt x="2351252" y="3214689"/>
                </a:lnTo>
                <a:lnTo>
                  <a:pt x="2305480" y="3204089"/>
                </a:lnTo>
                <a:lnTo>
                  <a:pt x="2260314" y="3193285"/>
                </a:lnTo>
                <a:lnTo>
                  <a:pt x="2215769" y="3182275"/>
                </a:lnTo>
                <a:lnTo>
                  <a:pt x="2171859" y="3171058"/>
                </a:lnTo>
                <a:lnTo>
                  <a:pt x="2128597" y="3159631"/>
                </a:lnTo>
                <a:lnTo>
                  <a:pt x="2085998" y="3147992"/>
                </a:lnTo>
                <a:lnTo>
                  <a:pt x="2044077" y="3136139"/>
                </a:lnTo>
                <a:lnTo>
                  <a:pt x="2002846" y="3124070"/>
                </a:lnTo>
                <a:lnTo>
                  <a:pt x="1962321" y="3111782"/>
                </a:lnTo>
                <a:lnTo>
                  <a:pt x="1922516" y="3099273"/>
                </a:lnTo>
                <a:lnTo>
                  <a:pt x="1883444" y="3086542"/>
                </a:lnTo>
                <a:lnTo>
                  <a:pt x="1845119" y="3073585"/>
                </a:lnTo>
                <a:lnTo>
                  <a:pt x="1807557" y="3060402"/>
                </a:lnTo>
                <a:lnTo>
                  <a:pt x="1770771" y="3046989"/>
                </a:lnTo>
                <a:lnTo>
                  <a:pt x="1734775" y="3033344"/>
                </a:lnTo>
                <a:lnTo>
                  <a:pt x="1665210" y="3005353"/>
                </a:lnTo>
                <a:lnTo>
                  <a:pt x="1598975" y="2976410"/>
                </a:lnTo>
                <a:lnTo>
                  <a:pt x="1517652" y="2937827"/>
                </a:lnTo>
                <a:lnTo>
                  <a:pt x="1469156" y="2914186"/>
                </a:lnTo>
                <a:lnTo>
                  <a:pt x="1421645" y="2890632"/>
                </a:lnTo>
                <a:lnTo>
                  <a:pt x="1375111" y="2867145"/>
                </a:lnTo>
                <a:lnTo>
                  <a:pt x="1329543" y="2843704"/>
                </a:lnTo>
                <a:lnTo>
                  <a:pt x="1284932" y="2820288"/>
                </a:lnTo>
                <a:lnTo>
                  <a:pt x="1241270" y="2796876"/>
                </a:lnTo>
                <a:lnTo>
                  <a:pt x="1198548" y="2773448"/>
                </a:lnTo>
                <a:lnTo>
                  <a:pt x="1156756" y="2749982"/>
                </a:lnTo>
                <a:lnTo>
                  <a:pt x="1115886" y="2726457"/>
                </a:lnTo>
                <a:lnTo>
                  <a:pt x="1075927" y="2702853"/>
                </a:lnTo>
                <a:lnTo>
                  <a:pt x="1036872" y="2679149"/>
                </a:lnTo>
                <a:lnTo>
                  <a:pt x="998711" y="2655325"/>
                </a:lnTo>
                <a:lnTo>
                  <a:pt x="961435" y="2631358"/>
                </a:lnTo>
                <a:lnTo>
                  <a:pt x="925035" y="2607229"/>
                </a:lnTo>
                <a:lnTo>
                  <a:pt x="889501" y="2582916"/>
                </a:lnTo>
                <a:lnTo>
                  <a:pt x="854825" y="2558399"/>
                </a:lnTo>
                <a:lnTo>
                  <a:pt x="820998" y="2533657"/>
                </a:lnTo>
                <a:lnTo>
                  <a:pt x="788010" y="2508668"/>
                </a:lnTo>
                <a:lnTo>
                  <a:pt x="755853" y="2483413"/>
                </a:lnTo>
                <a:lnTo>
                  <a:pt x="724517" y="2457870"/>
                </a:lnTo>
                <a:lnTo>
                  <a:pt x="693994" y="2432019"/>
                </a:lnTo>
                <a:lnTo>
                  <a:pt x="664273" y="2405838"/>
                </a:lnTo>
                <a:lnTo>
                  <a:pt x="635347" y="2379307"/>
                </a:lnTo>
                <a:lnTo>
                  <a:pt x="607206" y="2352405"/>
                </a:lnTo>
                <a:lnTo>
                  <a:pt x="579840" y="2325111"/>
                </a:lnTo>
                <a:lnTo>
                  <a:pt x="553242" y="2297404"/>
                </a:lnTo>
                <a:lnTo>
                  <a:pt x="527401" y="2269264"/>
                </a:lnTo>
                <a:lnTo>
                  <a:pt x="477956" y="2211599"/>
                </a:lnTo>
                <a:lnTo>
                  <a:pt x="431433" y="2151949"/>
                </a:lnTo>
                <a:lnTo>
                  <a:pt x="387759" y="2090148"/>
                </a:lnTo>
                <a:lnTo>
                  <a:pt x="346862" y="2026028"/>
                </a:lnTo>
                <a:lnTo>
                  <a:pt x="327432" y="1993047"/>
                </a:lnTo>
                <a:lnTo>
                  <a:pt x="308668" y="1959424"/>
                </a:lnTo>
                <a:lnTo>
                  <a:pt x="290563" y="1925138"/>
                </a:lnTo>
                <a:lnTo>
                  <a:pt x="273106" y="1890168"/>
                </a:lnTo>
                <a:lnTo>
                  <a:pt x="256288" y="1854493"/>
                </a:lnTo>
                <a:lnTo>
                  <a:pt x="240101" y="1818093"/>
                </a:lnTo>
                <a:lnTo>
                  <a:pt x="224536" y="1780947"/>
                </a:lnTo>
                <a:lnTo>
                  <a:pt x="209583" y="1743033"/>
                </a:lnTo>
                <a:lnTo>
                  <a:pt x="195233" y="1704332"/>
                </a:lnTo>
                <a:lnTo>
                  <a:pt x="181477" y="1664821"/>
                </a:lnTo>
                <a:lnTo>
                  <a:pt x="168306" y="1624481"/>
                </a:lnTo>
                <a:lnTo>
                  <a:pt x="155711" y="1583291"/>
                </a:lnTo>
                <a:lnTo>
                  <a:pt x="143683" y="1541229"/>
                </a:lnTo>
                <a:lnTo>
                  <a:pt x="132213" y="1498274"/>
                </a:lnTo>
                <a:lnTo>
                  <a:pt x="121292" y="1454407"/>
                </a:lnTo>
                <a:lnTo>
                  <a:pt x="110910" y="1409606"/>
                </a:lnTo>
                <a:lnTo>
                  <a:pt x="101059" y="1363850"/>
                </a:lnTo>
                <a:lnTo>
                  <a:pt x="91729" y="1317118"/>
                </a:lnTo>
                <a:lnTo>
                  <a:pt x="82911" y="1269390"/>
                </a:lnTo>
                <a:lnTo>
                  <a:pt x="74597" y="1220645"/>
                </a:lnTo>
                <a:lnTo>
                  <a:pt x="66777" y="1170861"/>
                </a:lnTo>
                <a:lnTo>
                  <a:pt x="59442" y="1120019"/>
                </a:lnTo>
                <a:lnTo>
                  <a:pt x="52583" y="1068096"/>
                </a:lnTo>
                <a:lnTo>
                  <a:pt x="46191" y="1015073"/>
                </a:lnTo>
                <a:lnTo>
                  <a:pt x="40257" y="960928"/>
                </a:lnTo>
                <a:lnTo>
                  <a:pt x="34771" y="905641"/>
                </a:lnTo>
                <a:lnTo>
                  <a:pt x="29725" y="849191"/>
                </a:lnTo>
                <a:lnTo>
                  <a:pt x="25110" y="791557"/>
                </a:lnTo>
                <a:lnTo>
                  <a:pt x="20916" y="732718"/>
                </a:lnTo>
                <a:lnTo>
                  <a:pt x="17134" y="672653"/>
                </a:lnTo>
                <a:lnTo>
                  <a:pt x="13756" y="611341"/>
                </a:lnTo>
                <a:lnTo>
                  <a:pt x="10772" y="548762"/>
                </a:lnTo>
                <a:lnTo>
                  <a:pt x="8173" y="484895"/>
                </a:lnTo>
                <a:lnTo>
                  <a:pt x="5950" y="419718"/>
                </a:lnTo>
                <a:lnTo>
                  <a:pt x="4094" y="353212"/>
                </a:lnTo>
                <a:lnTo>
                  <a:pt x="2596" y="285354"/>
                </a:lnTo>
                <a:lnTo>
                  <a:pt x="1446" y="216125"/>
                </a:lnTo>
                <a:lnTo>
                  <a:pt x="636" y="145504"/>
                </a:lnTo>
                <a:lnTo>
                  <a:pt x="157" y="73469"/>
                </a:ln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  <a:prstDash val="sysDash"/>
          </a:ln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BB9EC25E-FD0D-784E-A660-1CFF591BD798}"/>
              </a:ext>
            </a:extLst>
          </p:cNvPr>
          <p:cNvSpPr/>
          <p:nvPr/>
        </p:nvSpPr>
        <p:spPr>
          <a:xfrm>
            <a:off x="7307332" y="5207267"/>
            <a:ext cx="2602529" cy="344171"/>
          </a:xfrm>
          <a:custGeom>
            <a:avLst/>
            <a:gdLst/>
            <a:ahLst/>
            <a:cxnLst/>
            <a:rect l="l" t="t" r="r" b="b"/>
            <a:pathLst>
              <a:path w="4286250" h="344170">
                <a:moveTo>
                  <a:pt x="0" y="0"/>
                </a:moveTo>
                <a:lnTo>
                  <a:pt x="4285691" y="0"/>
                </a:lnTo>
                <a:lnTo>
                  <a:pt x="4285691" y="343750"/>
                </a:lnTo>
                <a:lnTo>
                  <a:pt x="0" y="3437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95667F-BE6E-E24F-A969-6A7CC12FF10E}"/>
              </a:ext>
            </a:extLst>
          </p:cNvPr>
          <p:cNvSpPr txBox="1"/>
          <p:nvPr/>
        </p:nvSpPr>
        <p:spPr>
          <a:xfrm>
            <a:off x="7315201" y="5298921"/>
            <a:ext cx="2594660" cy="260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000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TAIL SPEND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AFC92F-E5F6-A546-8125-3D605A7D4B57}"/>
              </a:ext>
            </a:extLst>
          </p:cNvPr>
          <p:cNvSpPr txBox="1"/>
          <p:nvPr/>
        </p:nvSpPr>
        <p:spPr>
          <a:xfrm>
            <a:off x="3179188" y="5298921"/>
            <a:ext cx="4127557" cy="260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000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MIDDLE TAIL SPEND (LARGE/MID-SIZE)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71A549-64F8-AB44-866F-8FA62C621113}"/>
              </a:ext>
            </a:extLst>
          </p:cNvPr>
          <p:cNvSpPr txBox="1"/>
          <p:nvPr/>
        </p:nvSpPr>
        <p:spPr>
          <a:xfrm>
            <a:off x="1557019" y="5298921"/>
            <a:ext cx="1633267" cy="260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000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LARGEST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ACEB2957-32E8-A847-BABA-3982595DCD6D}"/>
              </a:ext>
            </a:extLst>
          </p:cNvPr>
          <p:cNvSpPr/>
          <p:nvPr/>
        </p:nvSpPr>
        <p:spPr>
          <a:xfrm>
            <a:off x="3179773" y="1463047"/>
            <a:ext cx="113720" cy="3736584"/>
          </a:xfrm>
          <a:custGeom>
            <a:avLst/>
            <a:gdLst/>
            <a:ahLst/>
            <a:cxnLst/>
            <a:rect l="l" t="t" r="r" b="b"/>
            <a:pathLst>
              <a:path h="2533015">
                <a:moveTo>
                  <a:pt x="0" y="2532875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4BA787-8C89-E846-B114-3C26227E624D}"/>
              </a:ext>
            </a:extLst>
          </p:cNvPr>
          <p:cNvSpPr txBox="1"/>
          <p:nvPr/>
        </p:nvSpPr>
        <p:spPr>
          <a:xfrm>
            <a:off x="2913526" y="5632776"/>
            <a:ext cx="7788765" cy="203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1200" b="1" dirty="0">
                <a:solidFill>
                  <a:srgbClr val="53565A"/>
                </a:solidFill>
                <a:latin typeface="BentonSans" charset="0"/>
                <a:ea typeface="BentonSans" charset="0"/>
                <a:cs typeface="BentonSans" charset="0"/>
              </a:rPr>
              <a:t>Rank Order of Suppliers</a:t>
            </a: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0DA7629C-B1D9-D04A-9D9D-AE723B93359E}"/>
              </a:ext>
            </a:extLst>
          </p:cNvPr>
          <p:cNvSpPr/>
          <p:nvPr/>
        </p:nvSpPr>
        <p:spPr>
          <a:xfrm>
            <a:off x="1507318" y="1402122"/>
            <a:ext cx="98857" cy="8522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7B43FE8C-8080-0546-B971-2D9A902820B4}"/>
              </a:ext>
            </a:extLst>
          </p:cNvPr>
          <p:cNvSpPr/>
          <p:nvPr/>
        </p:nvSpPr>
        <p:spPr>
          <a:xfrm>
            <a:off x="3133668" y="1397000"/>
            <a:ext cx="98857" cy="8522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5F0EC1-0AC6-734F-8CB3-BA12831B386F}"/>
              </a:ext>
            </a:extLst>
          </p:cNvPr>
          <p:cNvSpPr txBox="1"/>
          <p:nvPr/>
        </p:nvSpPr>
        <p:spPr>
          <a:xfrm>
            <a:off x="2264335" y="2178722"/>
            <a:ext cx="807760" cy="2013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933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EARLY PAY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AC5448-BE6D-5546-9E30-373FB87FF7D1}"/>
              </a:ext>
            </a:extLst>
          </p:cNvPr>
          <p:cNvSpPr/>
          <p:nvPr/>
        </p:nvSpPr>
        <p:spPr>
          <a:xfrm>
            <a:off x="3275788" y="2332884"/>
            <a:ext cx="3913349" cy="8309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E673B0-DC98-5449-82CF-52D78EBF6676}"/>
              </a:ext>
            </a:extLst>
          </p:cNvPr>
          <p:cNvSpPr txBox="1"/>
          <p:nvPr/>
        </p:nvSpPr>
        <p:spPr>
          <a:xfrm>
            <a:off x="3275786" y="2396074"/>
            <a:ext cx="3913351" cy="2013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lnSpc>
                <a:spcPct val="120000"/>
              </a:lnSpc>
              <a:spcBef>
                <a:spcPts val="1200"/>
              </a:spcBef>
              <a:buSzPct val="120000"/>
            </a:pPr>
            <a:r>
              <a:rPr lang="en-US" sz="933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EARLY PAY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240F9E-3CD8-E347-915D-EC146BB56FF7}"/>
              </a:ext>
            </a:extLst>
          </p:cNvPr>
          <p:cNvSpPr txBox="1"/>
          <p:nvPr/>
        </p:nvSpPr>
        <p:spPr>
          <a:xfrm>
            <a:off x="3287453" y="2636125"/>
            <a:ext cx="3885131" cy="4315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79373" algn="ctr" defTabSz="914377"/>
            <a:r>
              <a:rPr lang="en-US" sz="933" dirty="0">
                <a:solidFill>
                  <a:srgbClr val="FFFFFF"/>
                </a:solidFill>
                <a:cs typeface="Arial"/>
              </a:rPr>
              <a:t>Dynamic discounting, dynamic offers, buyer driven</a:t>
            </a:r>
          </a:p>
          <a:p>
            <a:pPr marR="79373" algn="ctr" defTabSz="914377"/>
            <a:r>
              <a:rPr lang="en-US" sz="933" dirty="0">
                <a:solidFill>
                  <a:srgbClr val="FFFFFF"/>
                </a:solidFill>
                <a:cs typeface="Arial"/>
              </a:rPr>
              <a:t> liquidity exchange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F389CE-C08D-054D-96FA-E8966B8207DC}"/>
              </a:ext>
            </a:extLst>
          </p:cNvPr>
          <p:cNvSpPr/>
          <p:nvPr/>
        </p:nvSpPr>
        <p:spPr>
          <a:xfrm>
            <a:off x="1736612" y="1501517"/>
            <a:ext cx="1287648" cy="5462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34" name="object 31">
            <a:extLst>
              <a:ext uri="{FF2B5EF4-FFF2-40B4-BE49-F238E27FC236}">
                <a16:creationId xmlns:a16="http://schemas.microsoft.com/office/drawing/2014/main" id="{194D3387-0949-DD46-A8B3-C3CA3763BF18}"/>
              </a:ext>
            </a:extLst>
          </p:cNvPr>
          <p:cNvSpPr txBox="1"/>
          <p:nvPr/>
        </p:nvSpPr>
        <p:spPr>
          <a:xfrm>
            <a:off x="1736610" y="1621821"/>
            <a:ext cx="1287649" cy="2980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R="22225" indent="36194" algn="ctr" defTabSz="914377"/>
            <a:r>
              <a:rPr sz="933" b="1" spc="-5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BIG BANK  LED SCF  PRODUCT</a:t>
            </a:r>
            <a:r>
              <a:rPr sz="933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S</a:t>
            </a:r>
            <a:endParaRPr sz="933" b="1" dirty="0">
              <a:solidFill>
                <a:srgbClr val="53565A"/>
              </a:solidFill>
              <a:latin typeface="BentonSans" charset="0"/>
              <a:ea typeface="BentonSans" charset="0"/>
              <a:cs typeface="BentonSans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037BEF-9746-4D49-BD3A-355DAB6E7B0E}"/>
              </a:ext>
            </a:extLst>
          </p:cNvPr>
          <p:cNvSpPr/>
          <p:nvPr/>
        </p:nvSpPr>
        <p:spPr>
          <a:xfrm>
            <a:off x="7907835" y="3917292"/>
            <a:ext cx="1894343" cy="950955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912B31-B822-284E-A45B-EBBA112A80DE}"/>
              </a:ext>
            </a:extLst>
          </p:cNvPr>
          <p:cNvSpPr txBox="1"/>
          <p:nvPr/>
        </p:nvSpPr>
        <p:spPr>
          <a:xfrm>
            <a:off x="7907836" y="4007196"/>
            <a:ext cx="1894344" cy="2013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77">
              <a:buSzPct val="120000"/>
            </a:pPr>
            <a:r>
              <a:rPr lang="en-US" sz="933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PURCHASING CARD</a:t>
            </a:r>
          </a:p>
          <a:p>
            <a:pPr algn="ctr" defTabSz="914377">
              <a:buSzPct val="120000"/>
            </a:pPr>
            <a:r>
              <a:rPr lang="en-US" sz="933" b="1" dirty="0">
                <a:solidFill>
                  <a:srgbClr val="FFFFFF"/>
                </a:solidFill>
                <a:latin typeface="BentonSans" charset="0"/>
                <a:ea typeface="BentonSans" charset="0"/>
                <a:cs typeface="BentonSans" charset="0"/>
              </a:rPr>
              <a:t>E-PAYABLES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B929E1-27DA-8549-B3C4-EB923EB7B9A5}"/>
              </a:ext>
            </a:extLst>
          </p:cNvPr>
          <p:cNvSpPr txBox="1"/>
          <p:nvPr/>
        </p:nvSpPr>
        <p:spPr>
          <a:xfrm>
            <a:off x="7907835" y="4337355"/>
            <a:ext cx="1894344" cy="3204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67944" algn="ctr" defTabSz="914377"/>
            <a:r>
              <a:rPr lang="en-US" sz="933">
                <a:solidFill>
                  <a:srgbClr val="FFFFFF"/>
                </a:solidFill>
                <a:cs typeface="Arial"/>
              </a:rPr>
              <a:t>Traditional Card providing  flexibility, customizable  transaction controls and float</a:t>
            </a:r>
            <a:endParaRPr lang="en-US" sz="933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ACEB2957-32E8-A847-BABA-3982595DCD6D}"/>
              </a:ext>
            </a:extLst>
          </p:cNvPr>
          <p:cNvSpPr/>
          <p:nvPr/>
        </p:nvSpPr>
        <p:spPr>
          <a:xfrm>
            <a:off x="7306745" y="1463047"/>
            <a:ext cx="113720" cy="3736584"/>
          </a:xfrm>
          <a:custGeom>
            <a:avLst/>
            <a:gdLst/>
            <a:ahLst/>
            <a:cxnLst/>
            <a:rect l="l" t="t" r="r" b="b"/>
            <a:pathLst>
              <a:path h="2533015">
                <a:moveTo>
                  <a:pt x="0" y="2532875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44" name="Triangle 43">
            <a:extLst>
              <a:ext uri="{FF2B5EF4-FFF2-40B4-BE49-F238E27FC236}">
                <a16:creationId xmlns:a16="http://schemas.microsoft.com/office/drawing/2014/main" id="{7B43FE8C-8080-0546-B971-2D9A902820B4}"/>
              </a:ext>
            </a:extLst>
          </p:cNvPr>
          <p:cNvSpPr/>
          <p:nvPr/>
        </p:nvSpPr>
        <p:spPr>
          <a:xfrm>
            <a:off x="7260640" y="1397000"/>
            <a:ext cx="98857" cy="8522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45" name="object 18">
            <a:extLst>
              <a:ext uri="{FF2B5EF4-FFF2-40B4-BE49-F238E27FC236}">
                <a16:creationId xmlns:a16="http://schemas.microsoft.com/office/drawing/2014/main" id="{ACEB2957-32E8-A847-BABA-3982595DCD6D}"/>
              </a:ext>
            </a:extLst>
          </p:cNvPr>
          <p:cNvSpPr/>
          <p:nvPr/>
        </p:nvSpPr>
        <p:spPr>
          <a:xfrm>
            <a:off x="9883787" y="1463047"/>
            <a:ext cx="113720" cy="3736584"/>
          </a:xfrm>
          <a:custGeom>
            <a:avLst/>
            <a:gdLst/>
            <a:ahLst/>
            <a:cxnLst/>
            <a:rect l="l" t="t" r="r" b="b"/>
            <a:pathLst>
              <a:path h="2533015">
                <a:moveTo>
                  <a:pt x="0" y="2532875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defTabSz="914377"/>
            <a:endParaRPr>
              <a:solidFill>
                <a:srgbClr val="53565A"/>
              </a:solidFill>
            </a:endParaRPr>
          </a:p>
        </p:txBody>
      </p:sp>
      <p:sp>
        <p:nvSpPr>
          <p:cNvPr id="46" name="Triangle 45">
            <a:extLst>
              <a:ext uri="{FF2B5EF4-FFF2-40B4-BE49-F238E27FC236}">
                <a16:creationId xmlns:a16="http://schemas.microsoft.com/office/drawing/2014/main" id="{7B43FE8C-8080-0546-B971-2D9A902820B4}"/>
              </a:ext>
            </a:extLst>
          </p:cNvPr>
          <p:cNvSpPr/>
          <p:nvPr/>
        </p:nvSpPr>
        <p:spPr>
          <a:xfrm>
            <a:off x="9837681" y="1397000"/>
            <a:ext cx="98857" cy="8522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600">
              <a:solidFill>
                <a:srgbClr val="FFFFFF"/>
              </a:solidFill>
            </a:endParaRPr>
          </a:p>
        </p:txBody>
      </p:sp>
      <p:pic>
        <p:nvPicPr>
          <p:cNvPr id="40" name="Picture 76" descr="http://www.hdicon.com/wp-content/uploads/2010/06/Bank_of_America_2000.png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172275" y="2118478"/>
            <a:ext cx="794408" cy="329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 descr="https://upload.wikimedia.org/wikipedia/commons/thumb/b/b3/Wells_Fargo_Bank.svg/1200px-Wells_Fargo_Bank.svg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47933" y="2760760"/>
            <a:ext cx="332751" cy="306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7" descr="http://primerevenue.com/wordpress/wp-content/uploads/2014/08/PrimeRevenue-logo-Horiz-Color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3482" y="3090457"/>
            <a:ext cx="1166101" cy="28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6" descr="http://ww1.prweb.com/prfiles/2013/08/08/12431856/Comdata%20Logo%20No%20Tagline.jpg"/>
          <p:cNvPicPr>
            <a:picLocks noChangeAspect="1" noChangeArrowheads="1"/>
          </p:cNvPicPr>
          <p:nvPr/>
        </p:nvPicPr>
        <p:blipFill>
          <a:blip r:embed="rId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34680" y="2561974"/>
            <a:ext cx="678845" cy="10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28038" y="2120430"/>
            <a:ext cx="371524" cy="299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4" descr="https://www.seeklogo.net/wp-content/uploads/2012/03/citibank-logo-vector-400x400.png"/>
          <p:cNvPicPr>
            <a:picLocks noChangeAspect="1" noChangeArrowheads="1"/>
          </p:cNvPicPr>
          <p:nvPr/>
        </p:nvPicPr>
        <p:blipFill>
          <a:blip r:embed="rId8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01219" y="2391410"/>
            <a:ext cx="418108" cy="38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http://media.corporate-ir.net/media_files/IROL/19/194179/2015/WEX-LOGO-186C.jpg"/>
          <p:cNvPicPr>
            <a:picLocks noChangeAspect="1" noChangeArrowheads="1"/>
          </p:cNvPicPr>
          <p:nvPr/>
        </p:nvPicPr>
        <p:blipFill>
          <a:blip r:embed="rId9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69103" y="3287350"/>
            <a:ext cx="627620" cy="511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6" descr="https://cashplus.usbank.com/themes/cashplus2.0/BaseTheme/style/images/usbank_logo.png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46918" y="2856337"/>
            <a:ext cx="631505" cy="14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 descr="http://upload.wikimedia.org/wikipedia/en/f/f7/Ariba_Logo.png"/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3540" y="3317250"/>
            <a:ext cx="711257" cy="37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2" descr="http://upload.wikimedia.org/wikipedia/commons/1/16/Taulia_logo.png"/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06901" y="3578345"/>
            <a:ext cx="854663" cy="36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5" descr="http://ww1.prweb.com/prfiles/2013/05/20/12440081/C2FO%20Green.png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4733" y="3446490"/>
            <a:ext cx="672801" cy="286615"/>
          </a:xfrm>
          <a:prstGeom prst="rect">
            <a:avLst/>
          </a:prstGeom>
          <a:solidFill>
            <a:schemeClr val="bg1"/>
          </a:solidFill>
          <a:extLst/>
        </p:spPr>
      </p:pic>
      <p:pic>
        <p:nvPicPr>
          <p:cNvPr id="55" name="Picture 2" descr="https://www.recruiter.com/i/wp-content/uploads/2014/04/adp-logo.png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05952" y="3347223"/>
            <a:ext cx="523909" cy="25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18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0947" y="3353370"/>
            <a:ext cx="462644" cy="454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9"/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85388" y="3379570"/>
            <a:ext cx="689261" cy="406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48BC9808-7CC1-E347-B21E-CC00319BB794}"/>
              </a:ext>
            </a:extLst>
          </p:cNvPr>
          <p:cNvSpPr txBox="1"/>
          <p:nvPr/>
        </p:nvSpPr>
        <p:spPr>
          <a:xfrm>
            <a:off x="1219199" y="6036274"/>
            <a:ext cx="8778308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933" dirty="0">
                <a:solidFill>
                  <a:srgbClr val="53565A"/>
                </a:solidFill>
                <a:cs typeface="Arial"/>
              </a:rPr>
              <a:t>*</a:t>
            </a:r>
            <a:r>
              <a:rPr lang="en-US" sz="933" dirty="0">
                <a:solidFill>
                  <a:srgbClr val="53565A"/>
                </a:solidFill>
              </a:rPr>
              <a:t>All trademarks and logos are the property of their respective owners and are not associated with or sponsored by American Express. </a:t>
            </a:r>
          </a:p>
        </p:txBody>
      </p:sp>
    </p:spTree>
    <p:extLst>
      <p:ext uri="{BB962C8B-B14F-4D97-AF65-F5344CB8AC3E}">
        <p14:creationId xmlns:p14="http://schemas.microsoft.com/office/powerpoint/2010/main" val="394617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https://aexp.invisionapp.com/share/WAAIC8S6RUN#/screens/219608936_1_-_Unregistered_Offer_Email</a:t>
            </a:r>
            <a:r>
              <a:rPr lang="en-US" dirty="0"/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>
                <a:solidFill>
                  <a:srgbClr val="006FCF"/>
                </a:solidFill>
              </a:rPr>
              <a:pPr/>
              <a:t>11</a:t>
            </a:fld>
            <a:endParaRPr lang="en-US" dirty="0">
              <a:solidFill>
                <a:srgbClr val="006FCF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Supplier Portal Demo</a:t>
            </a:r>
          </a:p>
        </p:txBody>
      </p:sp>
    </p:spTree>
    <p:extLst>
      <p:ext uri="{BB962C8B-B14F-4D97-AF65-F5344CB8AC3E}">
        <p14:creationId xmlns:p14="http://schemas.microsoft.com/office/powerpoint/2010/main" val="168898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mex">
  <a:themeElements>
    <a:clrScheme name="Amex">
      <a:dk1>
        <a:srgbClr val="53565A"/>
      </a:dk1>
      <a:lt1>
        <a:srgbClr val="FFFFFF"/>
      </a:lt1>
      <a:dk2>
        <a:srgbClr val="00175A"/>
      </a:dk2>
      <a:lt2>
        <a:srgbClr val="006FCF"/>
      </a:lt2>
      <a:accent1>
        <a:srgbClr val="006FCF"/>
      </a:accent1>
      <a:accent2>
        <a:srgbClr val="00175A"/>
      </a:accent2>
      <a:accent3>
        <a:srgbClr val="A7A8AA"/>
      </a:accent3>
      <a:accent4>
        <a:srgbClr val="000000"/>
      </a:accent4>
      <a:accent5>
        <a:srgbClr val="D9D9D6"/>
      </a:accent5>
      <a:accent6>
        <a:srgbClr val="53565A"/>
      </a:accent6>
      <a:hlink>
        <a:srgbClr val="006FCF"/>
      </a:hlink>
      <a:folHlink>
        <a:srgbClr val="006FCF"/>
      </a:folHlink>
    </a:clrScheme>
    <a:fontScheme name="Amex">
      <a:majorFont>
        <a:latin typeface="Guardian Egyp Light"/>
        <a:ea typeface=""/>
        <a:cs typeface=""/>
      </a:majorFont>
      <a:minorFont>
        <a:latin typeface="BentonSans Regular"/>
        <a:ea typeface=""/>
        <a:cs typeface=""/>
      </a:minorFont>
    </a:fontScheme>
    <a:fmtScheme name="Am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90500" dist="63500" dir="2700000" algn="br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2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20000"/>
          </a:lnSpc>
          <a:spcBef>
            <a:spcPts val="900"/>
          </a:spcBef>
          <a:buSzPct val="120000"/>
          <a:buFont typeface="Arial" pitchFamily="34" charset="0"/>
          <a:buChar char="▪"/>
          <a:defRPr sz="1200"/>
        </a:defPPr>
      </a:lstStyle>
    </a:txDef>
  </a:objectDefaults>
  <a:extraClrSchemeLst/>
  <a:custClrLst>
    <a:custClr name="Bright Blue">
      <a:srgbClr val="006FCF"/>
    </a:custClr>
    <a:custClr name="Deep Blue">
      <a:srgbClr val="00175A"/>
    </a:custClr>
    <a:custClr name="White">
      <a:srgbClr val="FFFFFF"/>
    </a:custClr>
    <a:custClr name="Black">
      <a:srgbClr val="000000"/>
    </a:custClr>
    <a:custClr name="Gray 1">
      <a:srgbClr val="D9D9D6"/>
    </a:custClr>
    <a:custClr name="Gray 2">
      <a:srgbClr val="D0D0CE"/>
    </a:custClr>
    <a:custClr name="Gray 3">
      <a:srgbClr val="C8C9C7"/>
    </a:custClr>
    <a:custClr name="Gray 4">
      <a:srgbClr val="BBBCBC"/>
    </a:custClr>
    <a:custClr name="Gray 5">
      <a:srgbClr val="B1B3B3"/>
    </a:custClr>
    <a:custClr name="Gray 6">
      <a:srgbClr val="A7A8AA"/>
    </a:custClr>
    <a:custClr name="Gray 7">
      <a:srgbClr val="97999B"/>
    </a:custClr>
    <a:custClr name="Gray 8">
      <a:srgbClr val="888B8D"/>
    </a:custClr>
    <a:custClr name="Gray 9">
      <a:srgbClr val="75787B"/>
    </a:custClr>
    <a:custClr name="Gray 10">
      <a:srgbClr val="63666A"/>
    </a:custClr>
    <a:custClr name="Gray 11">
      <a:srgbClr val="53565A"/>
    </a:custClr>
  </a:custClrLst>
  <a:extLst>
    <a:ext uri="{05A4C25C-085E-4340-85A3-A5531E510DB2}">
      <thm15:themeFamily xmlns:thm15="http://schemas.microsoft.com/office/thememl/2012/main" name="Amex Business PowerPoint 16x9 07Mar2018" id="{CC8209D2-8CC8-5A4C-B83C-636E8278D0EA}" vid="{D2820C30-69CF-2D46-AF3C-255D58BA1AC2}"/>
    </a:ext>
  </a:extLst>
</a:theme>
</file>

<file path=ppt/theme/theme2.xml><?xml version="1.0" encoding="utf-8"?>
<a:theme xmlns:a="http://schemas.openxmlformats.org/drawingml/2006/main" name="1_Amex">
  <a:themeElements>
    <a:clrScheme name="Amex">
      <a:dk1>
        <a:srgbClr val="53565A"/>
      </a:dk1>
      <a:lt1>
        <a:srgbClr val="FFFFFF"/>
      </a:lt1>
      <a:dk2>
        <a:srgbClr val="00175A"/>
      </a:dk2>
      <a:lt2>
        <a:srgbClr val="006FCF"/>
      </a:lt2>
      <a:accent1>
        <a:srgbClr val="006FCF"/>
      </a:accent1>
      <a:accent2>
        <a:srgbClr val="00175A"/>
      </a:accent2>
      <a:accent3>
        <a:srgbClr val="A7A8AA"/>
      </a:accent3>
      <a:accent4>
        <a:srgbClr val="000000"/>
      </a:accent4>
      <a:accent5>
        <a:srgbClr val="D9D9D6"/>
      </a:accent5>
      <a:accent6>
        <a:srgbClr val="53565A"/>
      </a:accent6>
      <a:hlink>
        <a:srgbClr val="006FCF"/>
      </a:hlink>
      <a:folHlink>
        <a:srgbClr val="006FCF"/>
      </a:folHlink>
    </a:clrScheme>
    <a:fontScheme name="Amex">
      <a:majorFont>
        <a:latin typeface="Guardian Egyp Light"/>
        <a:ea typeface=""/>
        <a:cs typeface=""/>
      </a:majorFont>
      <a:minorFont>
        <a:latin typeface="BentonSans Regular"/>
        <a:ea typeface=""/>
        <a:cs typeface=""/>
      </a:minorFont>
    </a:fontScheme>
    <a:fmtScheme name="Am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90500" dist="63500" dir="2700000" algn="br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2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20000"/>
          </a:lnSpc>
          <a:spcBef>
            <a:spcPts val="900"/>
          </a:spcBef>
          <a:buSzPct val="120000"/>
          <a:buFont typeface="Arial" pitchFamily="34" charset="0"/>
          <a:buChar char="▪"/>
          <a:defRPr sz="1200"/>
        </a:defPPr>
      </a:lstStyle>
    </a:txDef>
  </a:objectDefaults>
  <a:extraClrSchemeLst/>
  <a:custClrLst>
    <a:custClr name="Bright Blue">
      <a:srgbClr val="006FCF"/>
    </a:custClr>
    <a:custClr name="Deep Blue">
      <a:srgbClr val="00175A"/>
    </a:custClr>
    <a:custClr name="White">
      <a:srgbClr val="FFFFFF"/>
    </a:custClr>
    <a:custClr name="Black">
      <a:srgbClr val="000000"/>
    </a:custClr>
    <a:custClr name="Gray 1">
      <a:srgbClr val="D9D9D6"/>
    </a:custClr>
    <a:custClr name="Gray 2">
      <a:srgbClr val="D0D0CE"/>
    </a:custClr>
    <a:custClr name="Gray 3">
      <a:srgbClr val="C8C9C7"/>
    </a:custClr>
    <a:custClr name="Gray 4">
      <a:srgbClr val="BBBCBC"/>
    </a:custClr>
    <a:custClr name="Gray 5">
      <a:srgbClr val="B1B3B3"/>
    </a:custClr>
    <a:custClr name="Gray 6">
      <a:srgbClr val="A7A8AA"/>
    </a:custClr>
    <a:custClr name="Gray 7">
      <a:srgbClr val="97999B"/>
    </a:custClr>
    <a:custClr name="Gray 8">
      <a:srgbClr val="888B8D"/>
    </a:custClr>
    <a:custClr name="Gray 9">
      <a:srgbClr val="75787B"/>
    </a:custClr>
    <a:custClr name="Gray 10">
      <a:srgbClr val="63666A"/>
    </a:custClr>
    <a:custClr name="Gray 11">
      <a:srgbClr val="53565A"/>
    </a:custClr>
  </a:custClrLst>
  <a:extLst>
    <a:ext uri="{05A4C25C-085E-4340-85A3-A5531E510DB2}">
      <thm15:themeFamily xmlns:thm15="http://schemas.microsoft.com/office/thememl/2012/main" name="Amex Business PowerPoint 16x9 07Mar2018" id="{CC8209D2-8CC8-5A4C-B83C-636E8278D0EA}" vid="{D2820C30-69CF-2D46-AF3C-255D58BA1AC2}"/>
    </a:ext>
  </a:extLst>
</a:theme>
</file>

<file path=ppt/theme/theme3.xml><?xml version="1.0" encoding="utf-8"?>
<a:theme xmlns:a="http://schemas.openxmlformats.org/drawingml/2006/main" name="2_Amex">
  <a:themeElements>
    <a:clrScheme name="Amex">
      <a:dk1>
        <a:srgbClr val="53565A"/>
      </a:dk1>
      <a:lt1>
        <a:srgbClr val="FFFFFF"/>
      </a:lt1>
      <a:dk2>
        <a:srgbClr val="00175A"/>
      </a:dk2>
      <a:lt2>
        <a:srgbClr val="006FCF"/>
      </a:lt2>
      <a:accent1>
        <a:srgbClr val="006FCF"/>
      </a:accent1>
      <a:accent2>
        <a:srgbClr val="00175A"/>
      </a:accent2>
      <a:accent3>
        <a:srgbClr val="A7A8AA"/>
      </a:accent3>
      <a:accent4>
        <a:srgbClr val="000000"/>
      </a:accent4>
      <a:accent5>
        <a:srgbClr val="D9D9D6"/>
      </a:accent5>
      <a:accent6>
        <a:srgbClr val="53565A"/>
      </a:accent6>
      <a:hlink>
        <a:srgbClr val="006FCF"/>
      </a:hlink>
      <a:folHlink>
        <a:srgbClr val="006FCF"/>
      </a:folHlink>
    </a:clrScheme>
    <a:fontScheme name="Amex">
      <a:majorFont>
        <a:latin typeface="Guardian Egyp Light"/>
        <a:ea typeface=""/>
        <a:cs typeface=""/>
      </a:majorFont>
      <a:minorFont>
        <a:latin typeface="BentonSans Regular"/>
        <a:ea typeface=""/>
        <a:cs typeface=""/>
      </a:minorFont>
    </a:fontScheme>
    <a:fmtScheme name="Am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90500" dist="63500" dir="2700000" algn="br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2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20000"/>
          </a:lnSpc>
          <a:spcBef>
            <a:spcPts val="900"/>
          </a:spcBef>
          <a:buSzPct val="120000"/>
          <a:buFont typeface="Arial" pitchFamily="34" charset="0"/>
          <a:buChar char="▪"/>
          <a:defRPr sz="1200"/>
        </a:defPPr>
      </a:lstStyle>
    </a:txDef>
  </a:objectDefaults>
  <a:extraClrSchemeLst/>
  <a:custClrLst>
    <a:custClr name="Bright Blue">
      <a:srgbClr val="006FCF"/>
    </a:custClr>
    <a:custClr name="Deep Blue">
      <a:srgbClr val="00175A"/>
    </a:custClr>
    <a:custClr name="White">
      <a:srgbClr val="FFFFFF"/>
    </a:custClr>
    <a:custClr name="Black">
      <a:srgbClr val="000000"/>
    </a:custClr>
    <a:custClr name="Gray 1">
      <a:srgbClr val="D9D9D6"/>
    </a:custClr>
    <a:custClr name="Gray 2">
      <a:srgbClr val="D0D0CE"/>
    </a:custClr>
    <a:custClr name="Gray 3">
      <a:srgbClr val="C8C9C7"/>
    </a:custClr>
    <a:custClr name="Gray 4">
      <a:srgbClr val="BBBCBC"/>
    </a:custClr>
    <a:custClr name="Gray 5">
      <a:srgbClr val="B1B3B3"/>
    </a:custClr>
    <a:custClr name="Gray 6">
      <a:srgbClr val="A7A8AA"/>
    </a:custClr>
    <a:custClr name="Gray 7">
      <a:srgbClr val="97999B"/>
    </a:custClr>
    <a:custClr name="Gray 8">
      <a:srgbClr val="888B8D"/>
    </a:custClr>
    <a:custClr name="Gray 9">
      <a:srgbClr val="75787B"/>
    </a:custClr>
    <a:custClr name="Gray 10">
      <a:srgbClr val="63666A"/>
    </a:custClr>
    <a:custClr name="Gray 11">
      <a:srgbClr val="53565A"/>
    </a:custClr>
  </a:custClrLst>
  <a:extLst>
    <a:ext uri="{05A4C25C-085E-4340-85A3-A5531E510DB2}">
      <thm15:themeFamily xmlns:thm15="http://schemas.microsoft.com/office/thememl/2012/main" name="Amex Business PowerPoint 16x9 07Mar2018" id="{CC8209D2-8CC8-5A4C-B83C-636E8278D0EA}" vid="{D2820C30-69CF-2D46-AF3C-255D58BA1AC2}"/>
    </a:ext>
  </a:extLst>
</a:theme>
</file>

<file path=ppt/theme/theme4.xml><?xml version="1.0" encoding="utf-8"?>
<a:theme xmlns:a="http://schemas.openxmlformats.org/drawingml/2006/main" name="3_Amex">
  <a:themeElements>
    <a:clrScheme name="Amex">
      <a:dk1>
        <a:srgbClr val="53565A"/>
      </a:dk1>
      <a:lt1>
        <a:srgbClr val="FFFFFF"/>
      </a:lt1>
      <a:dk2>
        <a:srgbClr val="00175A"/>
      </a:dk2>
      <a:lt2>
        <a:srgbClr val="006FCF"/>
      </a:lt2>
      <a:accent1>
        <a:srgbClr val="006FCF"/>
      </a:accent1>
      <a:accent2>
        <a:srgbClr val="00175A"/>
      </a:accent2>
      <a:accent3>
        <a:srgbClr val="A7A8AA"/>
      </a:accent3>
      <a:accent4>
        <a:srgbClr val="000000"/>
      </a:accent4>
      <a:accent5>
        <a:srgbClr val="D9D9D6"/>
      </a:accent5>
      <a:accent6>
        <a:srgbClr val="53565A"/>
      </a:accent6>
      <a:hlink>
        <a:srgbClr val="006FCF"/>
      </a:hlink>
      <a:folHlink>
        <a:srgbClr val="006FCF"/>
      </a:folHlink>
    </a:clrScheme>
    <a:fontScheme name="Amex">
      <a:majorFont>
        <a:latin typeface="Guardian Egyp Light"/>
        <a:ea typeface=""/>
        <a:cs typeface=""/>
      </a:majorFont>
      <a:minorFont>
        <a:latin typeface="BentonSans Regular"/>
        <a:ea typeface=""/>
        <a:cs typeface=""/>
      </a:minorFont>
    </a:fontScheme>
    <a:fmtScheme name="Am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90500" dist="63500" dir="2700000" algn="br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2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20000"/>
          </a:lnSpc>
          <a:spcBef>
            <a:spcPts val="900"/>
          </a:spcBef>
          <a:buSzPct val="120000"/>
          <a:buFont typeface="Arial" pitchFamily="34" charset="0"/>
          <a:buChar char="▪"/>
          <a:defRPr sz="1200"/>
        </a:defPPr>
      </a:lstStyle>
    </a:txDef>
  </a:objectDefaults>
  <a:extraClrSchemeLst/>
  <a:custClrLst>
    <a:custClr name="Bright Blue">
      <a:srgbClr val="006FCF"/>
    </a:custClr>
    <a:custClr name="Deep Blue">
      <a:srgbClr val="00175A"/>
    </a:custClr>
    <a:custClr name="White">
      <a:srgbClr val="FFFFFF"/>
    </a:custClr>
    <a:custClr name="Black">
      <a:srgbClr val="000000"/>
    </a:custClr>
    <a:custClr name="Gray 1">
      <a:srgbClr val="D9D9D6"/>
    </a:custClr>
    <a:custClr name="Gray 2">
      <a:srgbClr val="D0D0CE"/>
    </a:custClr>
    <a:custClr name="Gray 3">
      <a:srgbClr val="C8C9C7"/>
    </a:custClr>
    <a:custClr name="Gray 4">
      <a:srgbClr val="BBBCBC"/>
    </a:custClr>
    <a:custClr name="Gray 5">
      <a:srgbClr val="B1B3B3"/>
    </a:custClr>
    <a:custClr name="Gray 6">
      <a:srgbClr val="A7A8AA"/>
    </a:custClr>
    <a:custClr name="Gray 7">
      <a:srgbClr val="97999B"/>
    </a:custClr>
    <a:custClr name="Gray 8">
      <a:srgbClr val="888B8D"/>
    </a:custClr>
    <a:custClr name="Gray 9">
      <a:srgbClr val="75787B"/>
    </a:custClr>
    <a:custClr name="Gray 10">
      <a:srgbClr val="63666A"/>
    </a:custClr>
    <a:custClr name="Gray 11">
      <a:srgbClr val="53565A"/>
    </a:custClr>
  </a:custClrLst>
  <a:extLst>
    <a:ext uri="{05A4C25C-085E-4340-85A3-A5531E510DB2}">
      <thm15:themeFamily xmlns:thm15="http://schemas.microsoft.com/office/thememl/2012/main" name="Amex Business PowerPoint 16x9 07Mar2018" id="{CC8209D2-8CC8-5A4C-B83C-636E8278D0EA}" vid="{D2820C30-69CF-2D46-AF3C-255D58BA1AC2}"/>
    </a:ext>
  </a:extLst>
</a:theme>
</file>

<file path=ppt/theme/theme5.xml><?xml version="1.0" encoding="utf-8"?>
<a:theme xmlns:a="http://schemas.openxmlformats.org/drawingml/2006/main" name="4_Amex">
  <a:themeElements>
    <a:clrScheme name="Amex">
      <a:dk1>
        <a:srgbClr val="53565A"/>
      </a:dk1>
      <a:lt1>
        <a:srgbClr val="FFFFFF"/>
      </a:lt1>
      <a:dk2>
        <a:srgbClr val="00175A"/>
      </a:dk2>
      <a:lt2>
        <a:srgbClr val="006FCF"/>
      </a:lt2>
      <a:accent1>
        <a:srgbClr val="006FCF"/>
      </a:accent1>
      <a:accent2>
        <a:srgbClr val="00175A"/>
      </a:accent2>
      <a:accent3>
        <a:srgbClr val="A7A8AA"/>
      </a:accent3>
      <a:accent4>
        <a:srgbClr val="000000"/>
      </a:accent4>
      <a:accent5>
        <a:srgbClr val="D9D9D6"/>
      </a:accent5>
      <a:accent6>
        <a:srgbClr val="53565A"/>
      </a:accent6>
      <a:hlink>
        <a:srgbClr val="006FCF"/>
      </a:hlink>
      <a:folHlink>
        <a:srgbClr val="006FCF"/>
      </a:folHlink>
    </a:clrScheme>
    <a:fontScheme name="Amex">
      <a:majorFont>
        <a:latin typeface="Guardian Egyp Light"/>
        <a:ea typeface=""/>
        <a:cs typeface=""/>
      </a:majorFont>
      <a:minorFont>
        <a:latin typeface="BentonSans Regular"/>
        <a:ea typeface=""/>
        <a:cs typeface=""/>
      </a:minorFont>
    </a:fontScheme>
    <a:fmtScheme name="Am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90500" dist="63500" dir="2700000" algn="br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2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20000"/>
          </a:lnSpc>
          <a:spcBef>
            <a:spcPts val="900"/>
          </a:spcBef>
          <a:buSzPct val="120000"/>
          <a:buFont typeface="Arial" pitchFamily="34" charset="0"/>
          <a:buChar char="▪"/>
          <a:defRPr sz="1200"/>
        </a:defPPr>
      </a:lstStyle>
    </a:txDef>
  </a:objectDefaults>
  <a:extraClrSchemeLst/>
  <a:custClrLst>
    <a:custClr name="Bright Blue">
      <a:srgbClr val="006FCF"/>
    </a:custClr>
    <a:custClr name="Deep Blue">
      <a:srgbClr val="00175A"/>
    </a:custClr>
    <a:custClr name="White">
      <a:srgbClr val="FFFFFF"/>
    </a:custClr>
    <a:custClr name="Black">
      <a:srgbClr val="000000"/>
    </a:custClr>
    <a:custClr name="Gray 1">
      <a:srgbClr val="D9D9D6"/>
    </a:custClr>
    <a:custClr name="Gray 2">
      <a:srgbClr val="D0D0CE"/>
    </a:custClr>
    <a:custClr name="Gray 3">
      <a:srgbClr val="C8C9C7"/>
    </a:custClr>
    <a:custClr name="Gray 4">
      <a:srgbClr val="BBBCBC"/>
    </a:custClr>
    <a:custClr name="Gray 5">
      <a:srgbClr val="B1B3B3"/>
    </a:custClr>
    <a:custClr name="Gray 6">
      <a:srgbClr val="A7A8AA"/>
    </a:custClr>
    <a:custClr name="Gray 7">
      <a:srgbClr val="97999B"/>
    </a:custClr>
    <a:custClr name="Gray 8">
      <a:srgbClr val="888B8D"/>
    </a:custClr>
    <a:custClr name="Gray 9">
      <a:srgbClr val="75787B"/>
    </a:custClr>
    <a:custClr name="Gray 10">
      <a:srgbClr val="63666A"/>
    </a:custClr>
    <a:custClr name="Gray 11">
      <a:srgbClr val="53565A"/>
    </a:custClr>
  </a:custClrLst>
  <a:extLst>
    <a:ext uri="{05A4C25C-085E-4340-85A3-A5531E510DB2}">
      <thm15:themeFamily xmlns:thm15="http://schemas.microsoft.com/office/thememl/2012/main" name="Amex Business PowerPoint 16x9 07Mar2018" id="{CC8209D2-8CC8-5A4C-B83C-636E8278D0EA}" vid="{D2820C30-69CF-2D46-AF3C-255D58BA1AC2}"/>
    </a:ext>
  </a:extLst>
</a:theme>
</file>

<file path=ppt/theme/theme6.xml><?xml version="1.0" encoding="utf-8"?>
<a:theme xmlns:a="http://schemas.openxmlformats.org/drawingml/2006/main" name="6_Amex">
  <a:themeElements>
    <a:clrScheme name="Amex">
      <a:dk1>
        <a:srgbClr val="53565A"/>
      </a:dk1>
      <a:lt1>
        <a:srgbClr val="FFFFFF"/>
      </a:lt1>
      <a:dk2>
        <a:srgbClr val="00175A"/>
      </a:dk2>
      <a:lt2>
        <a:srgbClr val="006FCF"/>
      </a:lt2>
      <a:accent1>
        <a:srgbClr val="006FCF"/>
      </a:accent1>
      <a:accent2>
        <a:srgbClr val="00175A"/>
      </a:accent2>
      <a:accent3>
        <a:srgbClr val="A7A8AA"/>
      </a:accent3>
      <a:accent4>
        <a:srgbClr val="000000"/>
      </a:accent4>
      <a:accent5>
        <a:srgbClr val="D9D9D6"/>
      </a:accent5>
      <a:accent6>
        <a:srgbClr val="53565A"/>
      </a:accent6>
      <a:hlink>
        <a:srgbClr val="006FCF"/>
      </a:hlink>
      <a:folHlink>
        <a:srgbClr val="006FCF"/>
      </a:folHlink>
    </a:clrScheme>
    <a:fontScheme name="Amex">
      <a:majorFont>
        <a:latin typeface="Guardian Egyp Light"/>
        <a:ea typeface=""/>
        <a:cs typeface=""/>
      </a:majorFont>
      <a:minorFont>
        <a:latin typeface="BentonSans Regular"/>
        <a:ea typeface=""/>
        <a:cs typeface=""/>
      </a:minorFont>
    </a:fontScheme>
    <a:fmtScheme name="Am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90500" dist="63500" dir="2700000" algn="br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2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20000"/>
          </a:lnSpc>
          <a:spcBef>
            <a:spcPts val="900"/>
          </a:spcBef>
          <a:buSzPct val="120000"/>
          <a:buFont typeface="Arial" pitchFamily="34" charset="0"/>
          <a:buChar char="▪"/>
          <a:defRPr sz="1200"/>
        </a:defPPr>
      </a:lstStyle>
    </a:txDef>
  </a:objectDefaults>
  <a:extraClrSchemeLst/>
  <a:custClrLst>
    <a:custClr name="Bright Blue">
      <a:srgbClr val="006FCF"/>
    </a:custClr>
    <a:custClr name="Deep Blue">
      <a:srgbClr val="00175A"/>
    </a:custClr>
    <a:custClr name="White">
      <a:srgbClr val="FFFFFF"/>
    </a:custClr>
    <a:custClr name="Black">
      <a:srgbClr val="000000"/>
    </a:custClr>
    <a:custClr name="Gray 1">
      <a:srgbClr val="D9D9D6"/>
    </a:custClr>
    <a:custClr name="Gray 2">
      <a:srgbClr val="D0D0CE"/>
    </a:custClr>
    <a:custClr name="Gray 3">
      <a:srgbClr val="C8C9C7"/>
    </a:custClr>
    <a:custClr name="Gray 4">
      <a:srgbClr val="BBBCBC"/>
    </a:custClr>
    <a:custClr name="Gray 5">
      <a:srgbClr val="B1B3B3"/>
    </a:custClr>
    <a:custClr name="Gray 6">
      <a:srgbClr val="A7A8AA"/>
    </a:custClr>
    <a:custClr name="Gray 7">
      <a:srgbClr val="97999B"/>
    </a:custClr>
    <a:custClr name="Gray 8">
      <a:srgbClr val="888B8D"/>
    </a:custClr>
    <a:custClr name="Gray 9">
      <a:srgbClr val="75787B"/>
    </a:custClr>
    <a:custClr name="Gray 10">
      <a:srgbClr val="63666A"/>
    </a:custClr>
    <a:custClr name="Gray 11">
      <a:srgbClr val="53565A"/>
    </a:custClr>
  </a:custClrLst>
  <a:extLst>
    <a:ext uri="{05A4C25C-085E-4340-85A3-A5531E510DB2}">
      <thm15:themeFamily xmlns:thm15="http://schemas.microsoft.com/office/thememl/2012/main" name="Amex Business PowerPoint 16x9 07Mar2018" id="{CC8209D2-8CC8-5A4C-B83C-636E8278D0EA}" vid="{D2820C30-69CF-2D46-AF3C-255D58BA1AC2}"/>
    </a:ext>
  </a:extLst>
</a:theme>
</file>

<file path=ppt/theme/theme7.xml><?xml version="1.0" encoding="utf-8"?>
<a:theme xmlns:a="http://schemas.openxmlformats.org/drawingml/2006/main" name="7_Amex">
  <a:themeElements>
    <a:clrScheme name="Amex">
      <a:dk1>
        <a:srgbClr val="53565A"/>
      </a:dk1>
      <a:lt1>
        <a:srgbClr val="FFFFFF"/>
      </a:lt1>
      <a:dk2>
        <a:srgbClr val="00175A"/>
      </a:dk2>
      <a:lt2>
        <a:srgbClr val="006FCF"/>
      </a:lt2>
      <a:accent1>
        <a:srgbClr val="006FCF"/>
      </a:accent1>
      <a:accent2>
        <a:srgbClr val="00175A"/>
      </a:accent2>
      <a:accent3>
        <a:srgbClr val="A7A8AA"/>
      </a:accent3>
      <a:accent4>
        <a:srgbClr val="000000"/>
      </a:accent4>
      <a:accent5>
        <a:srgbClr val="D9D9D6"/>
      </a:accent5>
      <a:accent6>
        <a:srgbClr val="53565A"/>
      </a:accent6>
      <a:hlink>
        <a:srgbClr val="006FCF"/>
      </a:hlink>
      <a:folHlink>
        <a:srgbClr val="006FCF"/>
      </a:folHlink>
    </a:clrScheme>
    <a:fontScheme name="Amex">
      <a:majorFont>
        <a:latin typeface="Guardian Egyp Light"/>
        <a:ea typeface=""/>
        <a:cs typeface=""/>
      </a:majorFont>
      <a:minorFont>
        <a:latin typeface="BentonSans Regular"/>
        <a:ea typeface=""/>
        <a:cs typeface=""/>
      </a:minorFont>
    </a:fontScheme>
    <a:fmtScheme name="Am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90500" dist="63500" dir="2700000" algn="br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2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20000"/>
          </a:lnSpc>
          <a:spcBef>
            <a:spcPts val="900"/>
          </a:spcBef>
          <a:buSzPct val="120000"/>
          <a:buFont typeface="Arial" pitchFamily="34" charset="0"/>
          <a:buChar char="▪"/>
          <a:defRPr sz="1200"/>
        </a:defPPr>
      </a:lstStyle>
    </a:txDef>
  </a:objectDefaults>
  <a:extraClrSchemeLst/>
  <a:custClrLst>
    <a:custClr name="Bright Blue">
      <a:srgbClr val="006FCF"/>
    </a:custClr>
    <a:custClr name="Deep Blue">
      <a:srgbClr val="00175A"/>
    </a:custClr>
    <a:custClr name="White">
      <a:srgbClr val="FFFFFF"/>
    </a:custClr>
    <a:custClr name="Black">
      <a:srgbClr val="000000"/>
    </a:custClr>
    <a:custClr name="Gray 1">
      <a:srgbClr val="D9D9D6"/>
    </a:custClr>
    <a:custClr name="Gray 2">
      <a:srgbClr val="D0D0CE"/>
    </a:custClr>
    <a:custClr name="Gray 3">
      <a:srgbClr val="C8C9C7"/>
    </a:custClr>
    <a:custClr name="Gray 4">
      <a:srgbClr val="BBBCBC"/>
    </a:custClr>
    <a:custClr name="Gray 5">
      <a:srgbClr val="B1B3B3"/>
    </a:custClr>
    <a:custClr name="Gray 6">
      <a:srgbClr val="A7A8AA"/>
    </a:custClr>
    <a:custClr name="Gray 7">
      <a:srgbClr val="97999B"/>
    </a:custClr>
    <a:custClr name="Gray 8">
      <a:srgbClr val="888B8D"/>
    </a:custClr>
    <a:custClr name="Gray 9">
      <a:srgbClr val="75787B"/>
    </a:custClr>
    <a:custClr name="Gray 10">
      <a:srgbClr val="63666A"/>
    </a:custClr>
    <a:custClr name="Gray 11">
      <a:srgbClr val="53565A"/>
    </a:custClr>
  </a:custClrLst>
  <a:extLst>
    <a:ext uri="{05A4C25C-085E-4340-85A3-A5531E510DB2}">
      <thm15:themeFamily xmlns:thm15="http://schemas.microsoft.com/office/thememl/2012/main" name="Amex Business PowerPoint 16x9 07Mar2018" id="{CC8209D2-8CC8-5A4C-B83C-636E8278D0EA}" vid="{D2820C30-69CF-2D46-AF3C-255D58BA1AC2}"/>
    </a:ext>
  </a:extLst>
</a:theme>
</file>

<file path=ppt/theme/theme8.xml><?xml version="1.0" encoding="utf-8"?>
<a:theme xmlns:a="http://schemas.openxmlformats.org/drawingml/2006/main" name="8_Amex">
  <a:themeElements>
    <a:clrScheme name="Amex">
      <a:dk1>
        <a:srgbClr val="53565A"/>
      </a:dk1>
      <a:lt1>
        <a:srgbClr val="FFFFFF"/>
      </a:lt1>
      <a:dk2>
        <a:srgbClr val="00175A"/>
      </a:dk2>
      <a:lt2>
        <a:srgbClr val="006FCF"/>
      </a:lt2>
      <a:accent1>
        <a:srgbClr val="006FCF"/>
      </a:accent1>
      <a:accent2>
        <a:srgbClr val="00175A"/>
      </a:accent2>
      <a:accent3>
        <a:srgbClr val="A7A8AA"/>
      </a:accent3>
      <a:accent4>
        <a:srgbClr val="000000"/>
      </a:accent4>
      <a:accent5>
        <a:srgbClr val="D9D9D6"/>
      </a:accent5>
      <a:accent6>
        <a:srgbClr val="53565A"/>
      </a:accent6>
      <a:hlink>
        <a:srgbClr val="006FCF"/>
      </a:hlink>
      <a:folHlink>
        <a:srgbClr val="006FCF"/>
      </a:folHlink>
    </a:clrScheme>
    <a:fontScheme name="Amex">
      <a:majorFont>
        <a:latin typeface="Guardian Egyp Light"/>
        <a:ea typeface=""/>
        <a:cs typeface=""/>
      </a:majorFont>
      <a:minorFont>
        <a:latin typeface="BentonSans Regular"/>
        <a:ea typeface=""/>
        <a:cs typeface=""/>
      </a:minorFont>
    </a:fontScheme>
    <a:fmtScheme name="Am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90500" dist="63500" dir="2700000" algn="br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2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20000"/>
          </a:lnSpc>
          <a:spcBef>
            <a:spcPts val="900"/>
          </a:spcBef>
          <a:buSzPct val="120000"/>
          <a:buFont typeface="Arial" pitchFamily="34" charset="0"/>
          <a:buChar char="▪"/>
          <a:defRPr sz="1200"/>
        </a:defPPr>
      </a:lstStyle>
    </a:txDef>
  </a:objectDefaults>
  <a:extraClrSchemeLst/>
  <a:custClrLst>
    <a:custClr name="Bright Blue">
      <a:srgbClr val="006FCF"/>
    </a:custClr>
    <a:custClr name="Deep Blue">
      <a:srgbClr val="00175A"/>
    </a:custClr>
    <a:custClr name="White">
      <a:srgbClr val="FFFFFF"/>
    </a:custClr>
    <a:custClr name="Black">
      <a:srgbClr val="000000"/>
    </a:custClr>
    <a:custClr name="Gray 1">
      <a:srgbClr val="D9D9D6"/>
    </a:custClr>
    <a:custClr name="Gray 2">
      <a:srgbClr val="D0D0CE"/>
    </a:custClr>
    <a:custClr name="Gray 3">
      <a:srgbClr val="C8C9C7"/>
    </a:custClr>
    <a:custClr name="Gray 4">
      <a:srgbClr val="BBBCBC"/>
    </a:custClr>
    <a:custClr name="Gray 5">
      <a:srgbClr val="B1B3B3"/>
    </a:custClr>
    <a:custClr name="Gray 6">
      <a:srgbClr val="A7A8AA"/>
    </a:custClr>
    <a:custClr name="Gray 7">
      <a:srgbClr val="97999B"/>
    </a:custClr>
    <a:custClr name="Gray 8">
      <a:srgbClr val="888B8D"/>
    </a:custClr>
    <a:custClr name="Gray 9">
      <a:srgbClr val="75787B"/>
    </a:custClr>
    <a:custClr name="Gray 10">
      <a:srgbClr val="63666A"/>
    </a:custClr>
    <a:custClr name="Gray 11">
      <a:srgbClr val="53565A"/>
    </a:custClr>
  </a:custClrLst>
  <a:extLst>
    <a:ext uri="{05A4C25C-085E-4340-85A3-A5531E510DB2}">
      <thm15:themeFamily xmlns:thm15="http://schemas.microsoft.com/office/thememl/2012/main" name="Amex Business PowerPoint 16x9 07Mar2018" id="{CC8209D2-8CC8-5A4C-B83C-636E8278D0EA}" vid="{D2820C30-69CF-2D46-AF3C-255D58BA1AC2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743</Words>
  <Application>Microsoft Office PowerPoint</Application>
  <PresentationFormat>Widescreen</PresentationFormat>
  <Paragraphs>108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11</vt:i4>
      </vt:variant>
    </vt:vector>
  </HeadingPairs>
  <TitlesOfParts>
    <vt:vector size="27" baseType="lpstr">
      <vt:lpstr>Arial</vt:lpstr>
      <vt:lpstr>BentonSans</vt:lpstr>
      <vt:lpstr>BentonSans Bold</vt:lpstr>
      <vt:lpstr>BentonSans Light</vt:lpstr>
      <vt:lpstr>BentonSans Regular</vt:lpstr>
      <vt:lpstr>Calibri</vt:lpstr>
      <vt:lpstr>Guardian Egyp Light</vt:lpstr>
      <vt:lpstr>Times New Roman</vt:lpstr>
      <vt:lpstr>Amex</vt:lpstr>
      <vt:lpstr>1_Amex</vt:lpstr>
      <vt:lpstr>2_Amex</vt:lpstr>
      <vt:lpstr>3_Amex</vt:lpstr>
      <vt:lpstr>4_Amex</vt:lpstr>
      <vt:lpstr>6_Amex</vt:lpstr>
      <vt:lpstr>7_Amex</vt:lpstr>
      <vt:lpstr>8_Amex</vt:lpstr>
      <vt:lpstr>American Express® Early Pay </vt:lpstr>
      <vt:lpstr>Welcome to Early Pay!</vt:lpstr>
      <vt:lpstr>Early Pay </vt:lpstr>
      <vt:lpstr>Opportunity</vt:lpstr>
      <vt:lpstr>The buyer-supplier relationship is a partnership.  What if you could automate a “win-win” for both parties?</vt:lpstr>
      <vt:lpstr>Now you can — with American Express® Early Pay </vt:lpstr>
      <vt:lpstr>Completing early payments in 5 simple steps</vt:lpstr>
      <vt:lpstr>Early Pay brings you the best of both worlds.</vt:lpstr>
      <vt:lpstr>Early Pay alongside other American Express products.</vt:lpstr>
      <vt:lpstr>Early Pay alongside other competitor products.</vt:lpstr>
      <vt:lpstr>Supplier Portal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 Express® Early Pay </dc:title>
  <dc:creator>Danielle Rosegarten</dc:creator>
  <cp:lastModifiedBy>Danielle Rosegarten</cp:lastModifiedBy>
  <cp:revision>12</cp:revision>
  <cp:lastPrinted>2019-06-19T19:11:51Z</cp:lastPrinted>
  <dcterms:created xsi:type="dcterms:W3CDTF">2019-05-30T21:02:31Z</dcterms:created>
  <dcterms:modified xsi:type="dcterms:W3CDTF">2019-08-16T18:58:46Z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XPAuthor">
    <vt:lpwstr>Danielle Rosegarten</vt:lpwstr>
  </property>
  <property fmtid="{D5CDD505-2E9C-101B-9397-08002B2CF9AE}" pid="3" name="AXPDataClassification">
    <vt:lpwstr>AXP Internal</vt:lpwstr>
  </property>
  <property fmtid="{D5CDD505-2E9C-101B-9397-08002B2CF9AE}" pid="4" name="AXPDataClassificationForSearch">
    <vt:lpwstr>AXPInternal_UniqueSearchString</vt:lpwstr>
  </property>
</Properties>
</file>